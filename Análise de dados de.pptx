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Anonymous Pro Bold" charset="1" panose="02060809030202000504"/>
      <p:regular r:id="rId20"/>
    </p:embeddedFont>
    <p:embeddedFont>
      <p:font typeface="Cousine" charset="1" panose="02070409020205020404"/>
      <p:regular r:id="rId21"/>
    </p:embeddedFont>
    <p:embeddedFont>
      <p:font typeface="Cousine Bold" charset="1" panose="02070709020205020404"/>
      <p:regular r:id="rId22"/>
    </p:embeddedFont>
    <p:embeddedFont>
      <p:font typeface="Canva Sans" charset="1" panose="020B0503030501040103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png" Type="http://schemas.openxmlformats.org/officeDocument/2006/relationships/image"/><Relationship Id="rId12" Target="../media/image15.svg" Type="http://schemas.openxmlformats.org/officeDocument/2006/relationships/image"/><Relationship Id="rId13" Target="../media/image16.png" Type="http://schemas.openxmlformats.org/officeDocument/2006/relationships/image"/><Relationship Id="rId14" Target="../media/image17.svg" Type="http://schemas.openxmlformats.org/officeDocument/2006/relationships/image"/><Relationship Id="rId15" Target="../media/image9.png" Type="http://schemas.openxmlformats.org/officeDocument/2006/relationships/image"/><Relationship Id="rId16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png" Type="http://schemas.openxmlformats.org/officeDocument/2006/relationships/image"/><Relationship Id="rId11" Target="../media/image15.svg" Type="http://schemas.openxmlformats.org/officeDocument/2006/relationships/image"/><Relationship Id="rId12" Target="../media/image9.png" Type="http://schemas.openxmlformats.org/officeDocument/2006/relationships/image"/><Relationship Id="rId13" Target="../media/image10.svg" Type="http://schemas.openxmlformats.org/officeDocument/2006/relationships/image"/><Relationship Id="rId14" Target="../media/image16.png" Type="http://schemas.openxmlformats.org/officeDocument/2006/relationships/image"/><Relationship Id="rId15" Target="../media/image17.svg" Type="http://schemas.openxmlformats.org/officeDocument/2006/relationships/image"/><Relationship Id="rId16" Target="../media/image18.png" Type="http://schemas.openxmlformats.org/officeDocument/2006/relationships/image"/><Relationship Id="rId17" Target="../media/image19.svg" Type="http://schemas.openxmlformats.org/officeDocument/2006/relationships/image"/><Relationship Id="rId18" Target="https://exoplanetarchive.ipac.caltech.edu" TargetMode="External" Type="http://schemas.openxmlformats.org/officeDocument/2006/relationships/hyperlink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png" Type="http://schemas.openxmlformats.org/officeDocument/2006/relationships/image"/><Relationship Id="rId11" Target="../media/image15.svg" Type="http://schemas.openxmlformats.org/officeDocument/2006/relationships/image"/><Relationship Id="rId12" Target="../media/image9.png" Type="http://schemas.openxmlformats.org/officeDocument/2006/relationships/image"/><Relationship Id="rId13" Target="../media/image10.svg" Type="http://schemas.openxmlformats.org/officeDocument/2006/relationships/image"/><Relationship Id="rId14" Target="../media/image16.png" Type="http://schemas.openxmlformats.org/officeDocument/2006/relationships/image"/><Relationship Id="rId15" Target="../media/image17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png" Type="http://schemas.openxmlformats.org/officeDocument/2006/relationships/image"/><Relationship Id="rId11" Target="../media/image15.svg" Type="http://schemas.openxmlformats.org/officeDocument/2006/relationships/image"/><Relationship Id="rId12" Target="../media/image20.png" Type="http://schemas.openxmlformats.org/officeDocument/2006/relationships/image"/><Relationship Id="rId13" Target="../media/image21.svg" Type="http://schemas.openxmlformats.org/officeDocument/2006/relationships/image"/><Relationship Id="rId14" Target="../media/image16.png" Type="http://schemas.openxmlformats.org/officeDocument/2006/relationships/image"/><Relationship Id="rId15" Target="../media/image17.svg" Type="http://schemas.openxmlformats.org/officeDocument/2006/relationships/image"/><Relationship Id="rId16" Target="../media/image22.png" Type="http://schemas.openxmlformats.org/officeDocument/2006/relationships/image"/><Relationship Id="rId17" Target="../media/image23.svg" Type="http://schemas.openxmlformats.org/officeDocument/2006/relationships/image"/><Relationship Id="rId18" Target="../media/image9.png" Type="http://schemas.openxmlformats.org/officeDocument/2006/relationships/image"/><Relationship Id="rId19" Target="../media/image10.svg" Type="http://schemas.openxmlformats.org/officeDocument/2006/relationships/image"/><Relationship Id="rId2" Target="../media/image1.png" Type="http://schemas.openxmlformats.org/officeDocument/2006/relationships/image"/><Relationship Id="rId20" Target="../media/image24.png" Type="http://schemas.openxmlformats.org/officeDocument/2006/relationships/image"/><Relationship Id="rId21" Target="../media/image25.sv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png" Type="http://schemas.openxmlformats.org/officeDocument/2006/relationships/image"/><Relationship Id="rId11" Target="../media/image15.svg" Type="http://schemas.openxmlformats.org/officeDocument/2006/relationships/image"/><Relationship Id="rId12" Target="../media/image20.png" Type="http://schemas.openxmlformats.org/officeDocument/2006/relationships/image"/><Relationship Id="rId13" Target="../media/image21.svg" Type="http://schemas.openxmlformats.org/officeDocument/2006/relationships/image"/><Relationship Id="rId14" Target="../media/image16.png" Type="http://schemas.openxmlformats.org/officeDocument/2006/relationships/image"/><Relationship Id="rId15" Target="../media/image17.svg" Type="http://schemas.openxmlformats.org/officeDocument/2006/relationships/image"/><Relationship Id="rId16" Target="../media/image9.png" Type="http://schemas.openxmlformats.org/officeDocument/2006/relationships/image"/><Relationship Id="rId17" Target="../media/image10.svg" Type="http://schemas.openxmlformats.org/officeDocument/2006/relationships/image"/><Relationship Id="rId18" Target="../media/image26.png" Type="http://schemas.openxmlformats.org/officeDocument/2006/relationships/image"/><Relationship Id="rId19" Target="../media/image27.svg" Type="http://schemas.openxmlformats.org/officeDocument/2006/relationships/image"/><Relationship Id="rId2" Target="../media/image1.png" Type="http://schemas.openxmlformats.org/officeDocument/2006/relationships/image"/><Relationship Id="rId20" Target="../media/image28.png" Type="http://schemas.openxmlformats.org/officeDocument/2006/relationships/image"/><Relationship Id="rId21" Target="../media/image29.sv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30.png" Type="http://schemas.openxmlformats.org/officeDocument/2006/relationships/image"/><Relationship Id="rId13" Target="../media/image31.svg" Type="http://schemas.openxmlformats.org/officeDocument/2006/relationships/image"/><Relationship Id="rId14" Target="../media/image16.png" Type="http://schemas.openxmlformats.org/officeDocument/2006/relationships/image"/><Relationship Id="rId15" Target="../media/image17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0.png" Type="http://schemas.openxmlformats.org/officeDocument/2006/relationships/image"/><Relationship Id="rId11" Target="../media/image31.svg" Type="http://schemas.openxmlformats.org/officeDocument/2006/relationships/image"/><Relationship Id="rId12" Target="../media/image9.png" Type="http://schemas.openxmlformats.org/officeDocument/2006/relationships/image"/><Relationship Id="rId13" Target="../media/image10.svg" Type="http://schemas.openxmlformats.org/officeDocument/2006/relationships/image"/><Relationship Id="rId14" Target="../media/image16.png" Type="http://schemas.openxmlformats.org/officeDocument/2006/relationships/image"/><Relationship Id="rId15" Target="../media/image17.svg" Type="http://schemas.openxmlformats.org/officeDocument/2006/relationships/image"/><Relationship Id="rId16" Target="../media/image32.png" Type="http://schemas.openxmlformats.org/officeDocument/2006/relationships/image"/><Relationship Id="rId17" Target="../media/image33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png" Type="http://schemas.openxmlformats.org/officeDocument/2006/relationships/image"/><Relationship Id="rId11" Target="../media/image15.svg" Type="http://schemas.openxmlformats.org/officeDocument/2006/relationships/image"/><Relationship Id="rId12" Target="../media/image16.png" Type="http://schemas.openxmlformats.org/officeDocument/2006/relationships/image"/><Relationship Id="rId13" Target="../media/image17.svg" Type="http://schemas.openxmlformats.org/officeDocument/2006/relationships/image"/><Relationship Id="rId14" Target="../media/image34.png" Type="http://schemas.openxmlformats.org/officeDocument/2006/relationships/image"/><Relationship Id="rId15" Target="../media/image35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0.png" Type="http://schemas.openxmlformats.org/officeDocument/2006/relationships/image"/><Relationship Id="rId11" Target="../media/image31.svg" Type="http://schemas.openxmlformats.org/officeDocument/2006/relationships/image"/><Relationship Id="rId12" Target="../media/image16.png" Type="http://schemas.openxmlformats.org/officeDocument/2006/relationships/image"/><Relationship Id="rId13" Target="../media/image17.svg" Type="http://schemas.openxmlformats.org/officeDocument/2006/relationships/image"/><Relationship Id="rId14" Target="../media/image9.png" Type="http://schemas.openxmlformats.org/officeDocument/2006/relationships/image"/><Relationship Id="rId15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png" Type="http://schemas.openxmlformats.org/officeDocument/2006/relationships/image"/><Relationship Id="rId11" Target="../media/image15.svg" Type="http://schemas.openxmlformats.org/officeDocument/2006/relationships/image"/><Relationship Id="rId12" Target="../media/image16.png" Type="http://schemas.openxmlformats.org/officeDocument/2006/relationships/image"/><Relationship Id="rId13" Target="../media/image17.svg" Type="http://schemas.openxmlformats.org/officeDocument/2006/relationships/image"/><Relationship Id="rId14" Target="../media/image36.png" Type="http://schemas.openxmlformats.org/officeDocument/2006/relationships/image"/><Relationship Id="rId15" Target="../media/image37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8.png" Type="http://schemas.openxmlformats.org/officeDocument/2006/relationships/image"/><Relationship Id="rId11" Target="../media/image39.svg" Type="http://schemas.openxmlformats.org/officeDocument/2006/relationships/image"/><Relationship Id="rId12" Target="../media/image40.png" Type="http://schemas.openxmlformats.org/officeDocument/2006/relationships/image"/><Relationship Id="rId13" Target="../media/image41.svg" Type="http://schemas.openxmlformats.org/officeDocument/2006/relationships/image"/><Relationship Id="rId14" Target="../media/image42.png" Type="http://schemas.openxmlformats.org/officeDocument/2006/relationships/image"/><Relationship Id="rId15" Target="../media/image43.svg" Type="http://schemas.openxmlformats.org/officeDocument/2006/relationships/image"/><Relationship Id="rId16" Target="../media/image16.png" Type="http://schemas.openxmlformats.org/officeDocument/2006/relationships/image"/><Relationship Id="rId17" Target="../media/image17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8.png" Type="http://schemas.openxmlformats.org/officeDocument/2006/relationships/image"/><Relationship Id="rId11" Target="../media/image39.svg" Type="http://schemas.openxmlformats.org/officeDocument/2006/relationships/image"/><Relationship Id="rId12" Target="../media/image16.png" Type="http://schemas.openxmlformats.org/officeDocument/2006/relationships/image"/><Relationship Id="rId13" Target="../media/image17.svg" Type="http://schemas.openxmlformats.org/officeDocument/2006/relationships/image"/><Relationship Id="rId14" Target="../media/image44.png" Type="http://schemas.openxmlformats.org/officeDocument/2006/relationships/image"/><Relationship Id="rId15" Target="../media/image45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png" Type="http://schemas.openxmlformats.org/officeDocument/2006/relationships/image"/><Relationship Id="rId11" Target="../media/image19.svg" Type="http://schemas.openxmlformats.org/officeDocument/2006/relationships/image"/><Relationship Id="rId12" Target="../media/image9.png" Type="http://schemas.openxmlformats.org/officeDocument/2006/relationships/image"/><Relationship Id="rId13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8934" y="440465"/>
            <a:ext cx="17470132" cy="957120"/>
            <a:chOff x="0" y="0"/>
            <a:chExt cx="4601187" cy="2520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187" cy="252081"/>
            </a:xfrm>
            <a:custGeom>
              <a:avLst/>
              <a:gdLst/>
              <a:ahLst/>
              <a:cxnLst/>
              <a:rect r="r" b="b" t="t" l="l"/>
              <a:pathLst>
                <a:path h="252081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0057CC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01187" cy="299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08934" y="2301613"/>
            <a:ext cx="17470132" cy="7544923"/>
            <a:chOff x="0" y="0"/>
            <a:chExt cx="4601187" cy="1987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01187" cy="1987140"/>
            </a:xfrm>
            <a:custGeom>
              <a:avLst/>
              <a:gdLst/>
              <a:ahLst/>
              <a:cxnLst/>
              <a:rect r="r" b="b" t="t" l="l"/>
              <a:pathLst>
                <a:path h="1987140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987140"/>
                  </a:lnTo>
                  <a:lnTo>
                    <a:pt x="0" y="198714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601187" cy="2034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12909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467139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80721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08934" y="9193555"/>
            <a:ext cx="17470132" cy="652980"/>
            <a:chOff x="0" y="0"/>
            <a:chExt cx="4601187" cy="1719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01187" cy="171978"/>
            </a:xfrm>
            <a:custGeom>
              <a:avLst/>
              <a:gdLst/>
              <a:ahLst/>
              <a:cxnLst/>
              <a:rect r="r" b="b" t="t" l="l"/>
              <a:pathLst>
                <a:path h="171978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6011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35508" y="9193555"/>
            <a:ext cx="1271608" cy="652980"/>
            <a:chOff x="0" y="0"/>
            <a:chExt cx="334909" cy="1719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34909" cy="171978"/>
            </a:xfrm>
            <a:custGeom>
              <a:avLst/>
              <a:gdLst/>
              <a:ahLst/>
              <a:cxnLst/>
              <a:rect r="r" b="b" t="t" l="l"/>
              <a:pathLst>
                <a:path h="171978" w="334909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334909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08934" y="9193555"/>
            <a:ext cx="755149" cy="652980"/>
            <a:chOff x="0" y="0"/>
            <a:chExt cx="198887" cy="17197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7123917" y="9193555"/>
            <a:ext cx="755149" cy="652980"/>
            <a:chOff x="0" y="0"/>
            <a:chExt cx="198887" cy="17197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17382855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true" flipV="false" rot="0">
            <a:off x="584087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688263" y="4200563"/>
            <a:ext cx="14911475" cy="2631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712"/>
              </a:lnSpc>
            </a:pPr>
            <a:r>
              <a:rPr lang="en-US" b="true" sz="19712" spc="-670">
                <a:solidFill>
                  <a:srgbClr val="0057CC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EXOPLANETAS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14227883" y="5926714"/>
            <a:ext cx="765682" cy="1303792"/>
          </a:xfrm>
          <a:custGeom>
            <a:avLst/>
            <a:gdLst/>
            <a:ahLst/>
            <a:cxnLst/>
            <a:rect r="r" b="b" t="t" l="l"/>
            <a:pathLst>
              <a:path h="1303792" w="765682">
                <a:moveTo>
                  <a:pt x="0" y="0"/>
                </a:moveTo>
                <a:lnTo>
                  <a:pt x="765682" y="0"/>
                </a:lnTo>
                <a:lnTo>
                  <a:pt x="765682" y="1303792"/>
                </a:lnTo>
                <a:lnTo>
                  <a:pt x="0" y="130379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8082106" y="8004526"/>
            <a:ext cx="2123787" cy="586938"/>
          </a:xfrm>
          <a:custGeom>
            <a:avLst/>
            <a:gdLst/>
            <a:ahLst/>
            <a:cxnLst/>
            <a:rect r="r" b="b" t="t" l="l"/>
            <a:pathLst>
              <a:path h="586938" w="2123787">
                <a:moveTo>
                  <a:pt x="0" y="0"/>
                </a:moveTo>
                <a:lnTo>
                  <a:pt x="2123788" y="0"/>
                </a:lnTo>
                <a:lnTo>
                  <a:pt x="2123788" y="586937"/>
                </a:lnTo>
                <a:lnTo>
                  <a:pt x="0" y="58693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6352676" y="3606893"/>
            <a:ext cx="5582648" cy="520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8"/>
              </a:lnSpc>
            </a:pPr>
            <a:r>
              <a:rPr lang="en-US" sz="381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Análise de dados de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4270793" y="6502410"/>
            <a:ext cx="9746415" cy="1321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96"/>
              </a:lnSpc>
            </a:pPr>
            <a:r>
              <a:rPr lang="en-US" sz="3783" spc="431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UMA DESCULPA FÍSICA PARA APRENDERMOS ANÁLISE DE DADOS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84087" y="644177"/>
            <a:ext cx="11499604" cy="547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2"/>
              </a:lnSpc>
            </a:pPr>
            <a:r>
              <a:rPr lang="en-US" sz="3187" b="true">
                <a:solidFill>
                  <a:srgbClr val="CACACA"/>
                </a:solidFill>
                <a:latin typeface="Cousine Bold"/>
                <a:ea typeface="Cousine Bold"/>
                <a:cs typeface="Cousine Bold"/>
                <a:sym typeface="Cousine Bold"/>
              </a:rPr>
              <a:t>Núcleo de Estudos em Física Computacional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84087" y="1585058"/>
            <a:ext cx="1217202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 b="tru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Home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544931" y="1585058"/>
            <a:ext cx="19608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Content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5155770" y="1585058"/>
            <a:ext cx="19608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Contact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8934" y="440465"/>
            <a:ext cx="17470132" cy="957120"/>
            <a:chOff x="0" y="0"/>
            <a:chExt cx="4601187" cy="2520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187" cy="252081"/>
            </a:xfrm>
            <a:custGeom>
              <a:avLst/>
              <a:gdLst/>
              <a:ahLst/>
              <a:cxnLst/>
              <a:rect r="r" b="b" t="t" l="l"/>
              <a:pathLst>
                <a:path h="252081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0057CC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01187" cy="299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08934" y="2301613"/>
            <a:ext cx="17470132" cy="7544923"/>
            <a:chOff x="0" y="0"/>
            <a:chExt cx="4601187" cy="1987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01187" cy="1987140"/>
            </a:xfrm>
            <a:custGeom>
              <a:avLst/>
              <a:gdLst/>
              <a:ahLst/>
              <a:cxnLst/>
              <a:rect r="r" b="b" t="t" l="l"/>
              <a:pathLst>
                <a:path h="1987140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987140"/>
                  </a:lnTo>
                  <a:lnTo>
                    <a:pt x="0" y="198714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601187" cy="2034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12909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467139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80721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08934" y="9193555"/>
            <a:ext cx="17470132" cy="652980"/>
            <a:chOff x="0" y="0"/>
            <a:chExt cx="4601187" cy="1719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01187" cy="171978"/>
            </a:xfrm>
            <a:custGeom>
              <a:avLst/>
              <a:gdLst/>
              <a:ahLst/>
              <a:cxnLst/>
              <a:rect r="r" b="b" t="t" l="l"/>
              <a:pathLst>
                <a:path h="171978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6011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35508" y="9193555"/>
            <a:ext cx="1271608" cy="652980"/>
            <a:chOff x="0" y="0"/>
            <a:chExt cx="334909" cy="1719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34909" cy="171978"/>
            </a:xfrm>
            <a:custGeom>
              <a:avLst/>
              <a:gdLst/>
              <a:ahLst/>
              <a:cxnLst/>
              <a:rect r="r" b="b" t="t" l="l"/>
              <a:pathLst>
                <a:path h="171978" w="334909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334909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08934" y="9193555"/>
            <a:ext cx="755149" cy="652980"/>
            <a:chOff x="0" y="0"/>
            <a:chExt cx="198887" cy="17197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7123917" y="9193555"/>
            <a:ext cx="755149" cy="652980"/>
            <a:chOff x="0" y="0"/>
            <a:chExt cx="198887" cy="17197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17382855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true" flipV="false" rot="0">
            <a:off x="584087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441880" y="2301613"/>
            <a:ext cx="13109837" cy="6891943"/>
          </a:xfrm>
          <a:custGeom>
            <a:avLst/>
            <a:gdLst/>
            <a:ahLst/>
            <a:cxnLst/>
            <a:rect r="r" b="b" t="t" l="l"/>
            <a:pathLst>
              <a:path h="6891943" w="13109837">
                <a:moveTo>
                  <a:pt x="0" y="0"/>
                </a:moveTo>
                <a:lnTo>
                  <a:pt x="13109837" y="0"/>
                </a:lnTo>
                <a:lnTo>
                  <a:pt x="13109837" y="6891942"/>
                </a:lnTo>
                <a:lnTo>
                  <a:pt x="0" y="689194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-1827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584087" y="644177"/>
            <a:ext cx="11499604" cy="547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2"/>
              </a:lnSpc>
            </a:pPr>
            <a:r>
              <a:rPr lang="en-US" sz="3187" b="true">
                <a:solidFill>
                  <a:srgbClr val="CACACA"/>
                </a:solidFill>
                <a:latin typeface="Cousine Bold"/>
                <a:ea typeface="Cousine Bold"/>
                <a:cs typeface="Cousine Bold"/>
                <a:sym typeface="Cousine Bold"/>
              </a:rPr>
              <a:t>Núcleo de Estudos em Física Computacional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84087" y="1585058"/>
            <a:ext cx="1217202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 b="tru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Home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544931" y="1585058"/>
            <a:ext cx="19608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Content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155770" y="1585058"/>
            <a:ext cx="19608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Contact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4147327" y="5143500"/>
            <a:ext cx="3092923" cy="1762533"/>
            <a:chOff x="0" y="0"/>
            <a:chExt cx="4123898" cy="235004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149475" y="232760"/>
              <a:ext cx="3974423" cy="2117284"/>
            </a:xfrm>
            <a:custGeom>
              <a:avLst/>
              <a:gdLst/>
              <a:ahLst/>
              <a:cxnLst/>
              <a:rect r="r" b="b" t="t" l="l"/>
              <a:pathLst>
                <a:path h="2117284" w="3974423">
                  <a:moveTo>
                    <a:pt x="0" y="0"/>
                  </a:moveTo>
                  <a:lnTo>
                    <a:pt x="3974423" y="0"/>
                  </a:lnTo>
                  <a:lnTo>
                    <a:pt x="3974423" y="2117284"/>
                  </a:lnTo>
                  <a:lnTo>
                    <a:pt x="0" y="21172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18952" cy="698037"/>
            </a:xfrm>
            <a:custGeom>
              <a:avLst/>
              <a:gdLst/>
              <a:ahLst/>
              <a:cxnLst/>
              <a:rect r="r" b="b" t="t" l="l"/>
              <a:pathLst>
                <a:path h="698037" w="718952">
                  <a:moveTo>
                    <a:pt x="0" y="0"/>
                  </a:moveTo>
                  <a:lnTo>
                    <a:pt x="718952" y="0"/>
                  </a:lnTo>
                  <a:lnTo>
                    <a:pt x="718952" y="698037"/>
                  </a:lnTo>
                  <a:lnTo>
                    <a:pt x="0" y="6980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 rot="0">
              <a:off x="239831" y="744092"/>
              <a:ext cx="3793709" cy="11157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2"/>
                </a:lnSpc>
              </a:pPr>
              <a:r>
                <a:rPr lang="en-US" b="true" sz="3614" spc="-122">
                  <a:solidFill>
                    <a:srgbClr val="000000"/>
                  </a:solidFill>
                  <a:latin typeface="Anonymous Pro Bold"/>
                  <a:ea typeface="Anonymous Pro Bold"/>
                  <a:cs typeface="Anonymous Pro Bold"/>
                  <a:sym typeface="Anonymous Pro Bold"/>
                </a:rPr>
                <a:t>O QUE SÃO EXOPLANETAS?</a:t>
              </a:r>
            </a:p>
          </p:txBody>
        </p:sp>
      </p:grpSp>
      <p:sp>
        <p:nvSpPr>
          <p:cNvPr name="Freeform 34" id="34"/>
          <p:cNvSpPr/>
          <p:nvPr/>
        </p:nvSpPr>
        <p:spPr>
          <a:xfrm flipH="false" flipV="false" rot="0">
            <a:off x="16617173" y="6597579"/>
            <a:ext cx="765682" cy="1303792"/>
          </a:xfrm>
          <a:custGeom>
            <a:avLst/>
            <a:gdLst/>
            <a:ahLst/>
            <a:cxnLst/>
            <a:rect r="r" b="b" t="t" l="l"/>
            <a:pathLst>
              <a:path h="1303792" w="765682">
                <a:moveTo>
                  <a:pt x="0" y="0"/>
                </a:moveTo>
                <a:lnTo>
                  <a:pt x="765682" y="0"/>
                </a:lnTo>
                <a:lnTo>
                  <a:pt x="765682" y="1303792"/>
                </a:lnTo>
                <a:lnTo>
                  <a:pt x="0" y="1303792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8934" y="440465"/>
            <a:ext cx="17470132" cy="957120"/>
            <a:chOff x="0" y="0"/>
            <a:chExt cx="4601187" cy="2520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187" cy="252081"/>
            </a:xfrm>
            <a:custGeom>
              <a:avLst/>
              <a:gdLst/>
              <a:ahLst/>
              <a:cxnLst/>
              <a:rect r="r" b="b" t="t" l="l"/>
              <a:pathLst>
                <a:path h="252081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0057CC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01187" cy="299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08934" y="2301613"/>
            <a:ext cx="17470132" cy="7544923"/>
            <a:chOff x="0" y="0"/>
            <a:chExt cx="4601187" cy="1987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01187" cy="1987140"/>
            </a:xfrm>
            <a:custGeom>
              <a:avLst/>
              <a:gdLst/>
              <a:ahLst/>
              <a:cxnLst/>
              <a:rect r="r" b="b" t="t" l="l"/>
              <a:pathLst>
                <a:path h="1987140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987140"/>
                  </a:lnTo>
                  <a:lnTo>
                    <a:pt x="0" y="198714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601187" cy="2034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12909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467139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80721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08934" y="9193555"/>
            <a:ext cx="17470132" cy="652980"/>
            <a:chOff x="0" y="0"/>
            <a:chExt cx="4601187" cy="1719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01187" cy="171978"/>
            </a:xfrm>
            <a:custGeom>
              <a:avLst/>
              <a:gdLst/>
              <a:ahLst/>
              <a:cxnLst/>
              <a:rect r="r" b="b" t="t" l="l"/>
              <a:pathLst>
                <a:path h="171978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6011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08934" y="9193555"/>
            <a:ext cx="755149" cy="652980"/>
            <a:chOff x="0" y="0"/>
            <a:chExt cx="198887" cy="1719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123917" y="9193555"/>
            <a:ext cx="755149" cy="652980"/>
            <a:chOff x="0" y="0"/>
            <a:chExt cx="198887" cy="17197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7382855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true" flipV="false" rot="0">
            <a:off x="584087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2310814" y="4102411"/>
            <a:ext cx="5798369" cy="3088949"/>
          </a:xfrm>
          <a:custGeom>
            <a:avLst/>
            <a:gdLst/>
            <a:ahLst/>
            <a:cxnLst/>
            <a:rect r="r" b="b" t="t" l="l"/>
            <a:pathLst>
              <a:path h="3088949" w="5798369">
                <a:moveTo>
                  <a:pt x="0" y="0"/>
                </a:moveTo>
                <a:lnTo>
                  <a:pt x="5798370" y="0"/>
                </a:lnTo>
                <a:lnTo>
                  <a:pt x="5798370" y="3088950"/>
                </a:lnTo>
                <a:lnTo>
                  <a:pt x="0" y="308895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7336807" y="6800504"/>
            <a:ext cx="640554" cy="1090726"/>
          </a:xfrm>
          <a:custGeom>
            <a:avLst/>
            <a:gdLst/>
            <a:ahLst/>
            <a:cxnLst/>
            <a:rect r="r" b="b" t="t" l="l"/>
            <a:pathLst>
              <a:path h="1090726" w="640554">
                <a:moveTo>
                  <a:pt x="0" y="0"/>
                </a:moveTo>
                <a:lnTo>
                  <a:pt x="640553" y="0"/>
                </a:lnTo>
                <a:lnTo>
                  <a:pt x="640553" y="1090726"/>
                </a:lnTo>
                <a:lnTo>
                  <a:pt x="0" y="109072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2092743" y="3762832"/>
            <a:ext cx="1048895" cy="1018382"/>
          </a:xfrm>
          <a:custGeom>
            <a:avLst/>
            <a:gdLst/>
            <a:ahLst/>
            <a:cxnLst/>
            <a:rect r="r" b="b" t="t" l="l"/>
            <a:pathLst>
              <a:path h="1018382" w="1048895">
                <a:moveTo>
                  <a:pt x="0" y="0"/>
                </a:moveTo>
                <a:lnTo>
                  <a:pt x="1048894" y="0"/>
                </a:lnTo>
                <a:lnTo>
                  <a:pt x="1048894" y="1018382"/>
                </a:lnTo>
                <a:lnTo>
                  <a:pt x="0" y="101838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2442638" y="4910249"/>
            <a:ext cx="5534722" cy="1701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7"/>
              </a:lnSpc>
            </a:pPr>
            <a:r>
              <a:rPr lang="en-US" b="true" sz="7420" spc="-252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FONTE DOS DADOS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84087" y="1585058"/>
            <a:ext cx="1217202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Home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544931" y="1585058"/>
            <a:ext cx="19608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55"/>
              </a:lnSpc>
              <a:spcBef>
                <a:spcPct val="0"/>
              </a:spcBef>
            </a:pPr>
            <a:r>
              <a:rPr lang="en-US" b="true" sz="2968" spc="222" strike="noStrike" u="non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Content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155770" y="1585058"/>
            <a:ext cx="19608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Contact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2889550" y="9193555"/>
            <a:ext cx="1271608" cy="652980"/>
            <a:chOff x="0" y="0"/>
            <a:chExt cx="334909" cy="17197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34909" cy="171978"/>
            </a:xfrm>
            <a:custGeom>
              <a:avLst/>
              <a:gdLst/>
              <a:ahLst/>
              <a:cxnLst/>
              <a:rect r="r" b="b" t="t" l="l"/>
              <a:pathLst>
                <a:path h="171978" w="334909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334909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584087" y="644177"/>
            <a:ext cx="11499604" cy="547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2"/>
              </a:lnSpc>
            </a:pPr>
            <a:r>
              <a:rPr lang="en-US" sz="3187" b="true">
                <a:solidFill>
                  <a:srgbClr val="CACACA"/>
                </a:solidFill>
                <a:latin typeface="Cousine Bold"/>
                <a:ea typeface="Cousine Bold"/>
                <a:cs typeface="Cousine Bold"/>
                <a:sym typeface="Cousine Bold"/>
              </a:rPr>
              <a:t>Núcleo de Estudos em Física Computacional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8675135" y="4909426"/>
            <a:ext cx="6817113" cy="1474975"/>
            <a:chOff x="0" y="0"/>
            <a:chExt cx="9089483" cy="196663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089483" cy="1966634"/>
            </a:xfrm>
            <a:custGeom>
              <a:avLst/>
              <a:gdLst/>
              <a:ahLst/>
              <a:cxnLst/>
              <a:rect r="r" b="b" t="t" l="l"/>
              <a:pathLst>
                <a:path h="1966634" w="9089483">
                  <a:moveTo>
                    <a:pt x="0" y="0"/>
                  </a:moveTo>
                  <a:lnTo>
                    <a:pt x="9089483" y="0"/>
                  </a:lnTo>
                  <a:lnTo>
                    <a:pt x="9089483" y="1966634"/>
                  </a:lnTo>
                  <a:lnTo>
                    <a:pt x="0" y="19666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 rot="0">
              <a:off x="575380" y="416818"/>
              <a:ext cx="7913323" cy="12529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851"/>
                </a:lnSpc>
              </a:pPr>
              <a:r>
                <a:rPr lang="en-US" b="true" sz="3081" u="sng">
                  <a:solidFill>
                    <a:srgbClr val="000000"/>
                  </a:solidFill>
                  <a:latin typeface="Cousine Bold"/>
                  <a:ea typeface="Cousine Bold"/>
                  <a:cs typeface="Cousine Bold"/>
                  <a:sym typeface="Cousine Bold"/>
                  <a:hlinkClick r:id="rId18" tooltip="https://exoplanetarchive.ipac.caltech.edu"/>
                </a:rPr>
                <a:t>https://exoplanetarchive.ipac.caltech.edu/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8934" y="440465"/>
            <a:ext cx="17470132" cy="957120"/>
            <a:chOff x="0" y="0"/>
            <a:chExt cx="4601187" cy="2520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187" cy="252081"/>
            </a:xfrm>
            <a:custGeom>
              <a:avLst/>
              <a:gdLst/>
              <a:ahLst/>
              <a:cxnLst/>
              <a:rect r="r" b="b" t="t" l="l"/>
              <a:pathLst>
                <a:path h="252081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0057CC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01187" cy="299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08934" y="2301613"/>
            <a:ext cx="17470132" cy="7544923"/>
            <a:chOff x="0" y="0"/>
            <a:chExt cx="4601187" cy="1987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01187" cy="1987140"/>
            </a:xfrm>
            <a:custGeom>
              <a:avLst/>
              <a:gdLst/>
              <a:ahLst/>
              <a:cxnLst/>
              <a:rect r="r" b="b" t="t" l="l"/>
              <a:pathLst>
                <a:path h="1987140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987140"/>
                  </a:lnTo>
                  <a:lnTo>
                    <a:pt x="0" y="198714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601187" cy="2034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12909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467139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80721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08934" y="9193555"/>
            <a:ext cx="17470132" cy="652980"/>
            <a:chOff x="0" y="0"/>
            <a:chExt cx="4601187" cy="1719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01187" cy="171978"/>
            </a:xfrm>
            <a:custGeom>
              <a:avLst/>
              <a:gdLst/>
              <a:ahLst/>
              <a:cxnLst/>
              <a:rect r="r" b="b" t="t" l="l"/>
              <a:pathLst>
                <a:path h="171978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6011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08934" y="9193555"/>
            <a:ext cx="755149" cy="652980"/>
            <a:chOff x="0" y="0"/>
            <a:chExt cx="198887" cy="1719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123917" y="9193555"/>
            <a:ext cx="755149" cy="652980"/>
            <a:chOff x="0" y="0"/>
            <a:chExt cx="198887" cy="17197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7382855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true" flipV="false" rot="0">
            <a:off x="584087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9280209" y="4198412"/>
            <a:ext cx="5798369" cy="3088949"/>
          </a:xfrm>
          <a:custGeom>
            <a:avLst/>
            <a:gdLst/>
            <a:ahLst/>
            <a:cxnLst/>
            <a:rect r="r" b="b" t="t" l="l"/>
            <a:pathLst>
              <a:path h="3088949" w="5798369">
                <a:moveTo>
                  <a:pt x="0" y="0"/>
                </a:moveTo>
                <a:lnTo>
                  <a:pt x="5798370" y="0"/>
                </a:lnTo>
                <a:lnTo>
                  <a:pt x="5798370" y="3088950"/>
                </a:lnTo>
                <a:lnTo>
                  <a:pt x="0" y="308895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9683415" y="6934002"/>
            <a:ext cx="640554" cy="1090726"/>
          </a:xfrm>
          <a:custGeom>
            <a:avLst/>
            <a:gdLst/>
            <a:ahLst/>
            <a:cxnLst/>
            <a:rect r="r" b="b" t="t" l="l"/>
            <a:pathLst>
              <a:path h="1090726" w="640554">
                <a:moveTo>
                  <a:pt x="0" y="0"/>
                </a:moveTo>
                <a:lnTo>
                  <a:pt x="640553" y="0"/>
                </a:lnTo>
                <a:lnTo>
                  <a:pt x="640553" y="1090725"/>
                </a:lnTo>
                <a:lnTo>
                  <a:pt x="0" y="109072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4218137" y="3925395"/>
            <a:ext cx="1048895" cy="1018382"/>
          </a:xfrm>
          <a:custGeom>
            <a:avLst/>
            <a:gdLst/>
            <a:ahLst/>
            <a:cxnLst/>
            <a:rect r="r" b="b" t="t" l="l"/>
            <a:pathLst>
              <a:path h="1018382" w="1048895">
                <a:moveTo>
                  <a:pt x="0" y="0"/>
                </a:moveTo>
                <a:lnTo>
                  <a:pt x="1048895" y="0"/>
                </a:lnTo>
                <a:lnTo>
                  <a:pt x="1048895" y="1018381"/>
                </a:lnTo>
                <a:lnTo>
                  <a:pt x="0" y="101838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9412033" y="4663185"/>
            <a:ext cx="5534722" cy="2502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7"/>
              </a:lnSpc>
            </a:pPr>
            <a:r>
              <a:rPr lang="en-US" b="true" sz="7420" spc="-252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A BRI</a:t>
            </a:r>
            <a:r>
              <a:rPr lang="en-US" b="true" sz="7420" spc="-252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EF HISTORY OF COMPUTERS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179737" y="4245620"/>
            <a:ext cx="5393246" cy="2975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85"/>
              </a:lnSpc>
            </a:pPr>
            <a:r>
              <a:rPr lang="en-US" sz="238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Lorem ipsum dolor sit amet, consectetur a</a:t>
            </a:r>
            <a:r>
              <a:rPr lang="en-US" sz="238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dipiscing elit. Phasellus efficitur finibus fermentum. Quisque luctus elit nulla, at auctor risus sodales ultrices. Ut imperdiet, magna eget eleifend eleifend, est.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84087" y="1585058"/>
            <a:ext cx="1217202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Home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544931" y="1585058"/>
            <a:ext cx="19608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55"/>
              </a:lnSpc>
              <a:spcBef>
                <a:spcPct val="0"/>
              </a:spcBef>
            </a:pPr>
            <a:r>
              <a:rPr lang="en-US" b="true" sz="2968" spc="222" strike="noStrike" u="non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Content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155770" y="1585058"/>
            <a:ext cx="19608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Contact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4073148" y="9193555"/>
            <a:ext cx="1271608" cy="652980"/>
            <a:chOff x="0" y="0"/>
            <a:chExt cx="334909" cy="17197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34909" cy="171978"/>
            </a:xfrm>
            <a:custGeom>
              <a:avLst/>
              <a:gdLst/>
              <a:ahLst/>
              <a:cxnLst/>
              <a:rect r="r" b="b" t="t" l="l"/>
              <a:pathLst>
                <a:path h="171978" w="334909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334909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584087" y="644177"/>
            <a:ext cx="11499604" cy="547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2"/>
              </a:lnSpc>
            </a:pPr>
            <a:r>
              <a:rPr lang="en-US" sz="3187" b="true">
                <a:solidFill>
                  <a:srgbClr val="CACACA"/>
                </a:solidFill>
                <a:latin typeface="Cousine Bold"/>
                <a:ea typeface="Cousine Bold"/>
                <a:cs typeface="Cousine Bold"/>
                <a:sym typeface="Cousine Bold"/>
              </a:rPr>
              <a:t>Núcleo de Estudos em Física Computacional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8934" y="440465"/>
            <a:ext cx="17470132" cy="957120"/>
            <a:chOff x="0" y="0"/>
            <a:chExt cx="4601187" cy="2520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187" cy="252081"/>
            </a:xfrm>
            <a:custGeom>
              <a:avLst/>
              <a:gdLst/>
              <a:ahLst/>
              <a:cxnLst/>
              <a:rect r="r" b="b" t="t" l="l"/>
              <a:pathLst>
                <a:path h="252081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0057CC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01187" cy="299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08934" y="2301613"/>
            <a:ext cx="17470132" cy="7544923"/>
            <a:chOff x="0" y="0"/>
            <a:chExt cx="4601187" cy="1987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01187" cy="1987140"/>
            </a:xfrm>
            <a:custGeom>
              <a:avLst/>
              <a:gdLst/>
              <a:ahLst/>
              <a:cxnLst/>
              <a:rect r="r" b="b" t="t" l="l"/>
              <a:pathLst>
                <a:path h="1987140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987140"/>
                  </a:lnTo>
                  <a:lnTo>
                    <a:pt x="0" y="198714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601187" cy="2034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12909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467139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80721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08934" y="9193555"/>
            <a:ext cx="17470132" cy="652980"/>
            <a:chOff x="0" y="0"/>
            <a:chExt cx="4601187" cy="1719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01187" cy="171978"/>
            </a:xfrm>
            <a:custGeom>
              <a:avLst/>
              <a:gdLst/>
              <a:ahLst/>
              <a:cxnLst/>
              <a:rect r="r" b="b" t="t" l="l"/>
              <a:pathLst>
                <a:path h="171978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6011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08934" y="9193555"/>
            <a:ext cx="755149" cy="652980"/>
            <a:chOff x="0" y="0"/>
            <a:chExt cx="198887" cy="1719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123917" y="9193555"/>
            <a:ext cx="755149" cy="652980"/>
            <a:chOff x="0" y="0"/>
            <a:chExt cx="198887" cy="17197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7382855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true" flipV="false" rot="0">
            <a:off x="584087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3510929" y="3200357"/>
            <a:ext cx="5798369" cy="3088949"/>
          </a:xfrm>
          <a:custGeom>
            <a:avLst/>
            <a:gdLst/>
            <a:ahLst/>
            <a:cxnLst/>
            <a:rect r="r" b="b" t="t" l="l"/>
            <a:pathLst>
              <a:path h="3088949" w="5798369">
                <a:moveTo>
                  <a:pt x="0" y="0"/>
                </a:moveTo>
                <a:lnTo>
                  <a:pt x="5798370" y="0"/>
                </a:lnTo>
                <a:lnTo>
                  <a:pt x="5798370" y="3088950"/>
                </a:lnTo>
                <a:lnTo>
                  <a:pt x="0" y="308895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5538489" y="9193555"/>
            <a:ext cx="1271608" cy="652980"/>
            <a:chOff x="0" y="0"/>
            <a:chExt cx="334909" cy="17197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34909" cy="171978"/>
            </a:xfrm>
            <a:custGeom>
              <a:avLst/>
              <a:gdLst/>
              <a:ahLst/>
              <a:cxnLst/>
              <a:rect r="r" b="b" t="t" l="l"/>
              <a:pathLst>
                <a:path h="171978" w="334909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334909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10520691" y="3200357"/>
            <a:ext cx="2986282" cy="2986282"/>
          </a:xfrm>
          <a:custGeom>
            <a:avLst/>
            <a:gdLst/>
            <a:ahLst/>
            <a:cxnLst/>
            <a:rect r="r" b="b" t="t" l="l"/>
            <a:pathLst>
              <a:path h="2986282" w="2986282">
                <a:moveTo>
                  <a:pt x="0" y="0"/>
                </a:moveTo>
                <a:lnTo>
                  <a:pt x="2986282" y="0"/>
                </a:lnTo>
                <a:lnTo>
                  <a:pt x="2986282" y="2986282"/>
                </a:lnTo>
                <a:lnTo>
                  <a:pt x="0" y="298628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3306936" y="3076134"/>
            <a:ext cx="1019520" cy="989861"/>
          </a:xfrm>
          <a:custGeom>
            <a:avLst/>
            <a:gdLst/>
            <a:ahLst/>
            <a:cxnLst/>
            <a:rect r="r" b="b" t="t" l="l"/>
            <a:pathLst>
              <a:path h="989861" w="1019520">
                <a:moveTo>
                  <a:pt x="0" y="0"/>
                </a:moveTo>
                <a:lnTo>
                  <a:pt x="1019520" y="0"/>
                </a:lnTo>
                <a:lnTo>
                  <a:pt x="1019520" y="989861"/>
                </a:lnTo>
                <a:lnTo>
                  <a:pt x="0" y="98986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0913379" y="4061237"/>
            <a:ext cx="2200907" cy="1264521"/>
          </a:xfrm>
          <a:custGeom>
            <a:avLst/>
            <a:gdLst/>
            <a:ahLst/>
            <a:cxnLst/>
            <a:rect r="r" b="b" t="t" l="l"/>
            <a:pathLst>
              <a:path h="1264521" w="2200907">
                <a:moveTo>
                  <a:pt x="0" y="0"/>
                </a:moveTo>
                <a:lnTo>
                  <a:pt x="2200907" y="0"/>
                </a:lnTo>
                <a:lnTo>
                  <a:pt x="2200907" y="1264522"/>
                </a:lnTo>
                <a:lnTo>
                  <a:pt x="0" y="1264522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2013832" y="5356615"/>
            <a:ext cx="2986282" cy="2986282"/>
          </a:xfrm>
          <a:custGeom>
            <a:avLst/>
            <a:gdLst/>
            <a:ahLst/>
            <a:cxnLst/>
            <a:rect r="r" b="b" t="t" l="l"/>
            <a:pathLst>
              <a:path h="2986282" w="2986282">
                <a:moveTo>
                  <a:pt x="0" y="0"/>
                </a:moveTo>
                <a:lnTo>
                  <a:pt x="2986282" y="0"/>
                </a:lnTo>
                <a:lnTo>
                  <a:pt x="2986282" y="2986282"/>
                </a:lnTo>
                <a:lnTo>
                  <a:pt x="0" y="298628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1143329" y="5743944"/>
            <a:ext cx="640554" cy="1090726"/>
          </a:xfrm>
          <a:custGeom>
            <a:avLst/>
            <a:gdLst/>
            <a:ahLst/>
            <a:cxnLst/>
            <a:rect r="r" b="b" t="t" l="l"/>
            <a:pathLst>
              <a:path h="1090726" w="640554">
                <a:moveTo>
                  <a:pt x="0" y="0"/>
                </a:moveTo>
                <a:lnTo>
                  <a:pt x="640553" y="0"/>
                </a:lnTo>
                <a:lnTo>
                  <a:pt x="640553" y="1090726"/>
                </a:lnTo>
                <a:lnTo>
                  <a:pt x="0" y="1090726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2736203" y="5870718"/>
            <a:ext cx="1541540" cy="1958076"/>
          </a:xfrm>
          <a:custGeom>
            <a:avLst/>
            <a:gdLst/>
            <a:ahLst/>
            <a:cxnLst/>
            <a:rect r="r" b="b" t="t" l="l"/>
            <a:pathLst>
              <a:path h="1958076" w="1541540">
                <a:moveTo>
                  <a:pt x="0" y="0"/>
                </a:moveTo>
                <a:lnTo>
                  <a:pt x="1541540" y="0"/>
                </a:lnTo>
                <a:lnTo>
                  <a:pt x="1541540" y="1958076"/>
                </a:lnTo>
                <a:lnTo>
                  <a:pt x="0" y="1958076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3778444" y="3817340"/>
            <a:ext cx="5263340" cy="2055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08"/>
              </a:lnSpc>
            </a:pPr>
            <a:r>
              <a:rPr lang="en-US" b="true" sz="6127" spc="-208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HARDWAR</a:t>
            </a:r>
            <a:r>
              <a:rPr lang="en-US" b="true" sz="6127" spc="-208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E COMPONENTS OF A COMPUTER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3510929" y="6765097"/>
            <a:ext cx="7402449" cy="1577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85"/>
              </a:lnSpc>
            </a:pPr>
            <a:r>
              <a:rPr lang="en-US" sz="198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Lorem ipsum dolor sit amet, consectetur a</a:t>
            </a:r>
            <a:r>
              <a:rPr lang="en-US" sz="198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dipiscing elit. Phasellus efficitur finibus fermentum. Quisque luctus elit nulla, at auctor risus sodales ultrices. Ut imperdiet, magna eget eleifend eleifend, est.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584087" y="1585058"/>
            <a:ext cx="1217202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Home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2544931" y="1585058"/>
            <a:ext cx="19608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55"/>
              </a:lnSpc>
              <a:spcBef>
                <a:spcPct val="0"/>
              </a:spcBef>
            </a:pPr>
            <a:r>
              <a:rPr lang="en-US" b="true" sz="2968" spc="222" strike="noStrike" u="non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Content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5155770" y="1585058"/>
            <a:ext cx="19608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Contact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584087" y="644177"/>
            <a:ext cx="11499604" cy="547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2"/>
              </a:lnSpc>
            </a:pPr>
            <a:r>
              <a:rPr lang="en-US" sz="3187" b="true">
                <a:solidFill>
                  <a:srgbClr val="CACACA"/>
                </a:solidFill>
                <a:latin typeface="Cousine Bold"/>
                <a:ea typeface="Cousine Bold"/>
                <a:cs typeface="Cousine Bold"/>
                <a:sym typeface="Cousine Bold"/>
              </a:rPr>
              <a:t>Núcleo de Estudos em Física Computacional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8934" y="440465"/>
            <a:ext cx="17470132" cy="957120"/>
            <a:chOff x="0" y="0"/>
            <a:chExt cx="4601187" cy="2520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187" cy="252081"/>
            </a:xfrm>
            <a:custGeom>
              <a:avLst/>
              <a:gdLst/>
              <a:ahLst/>
              <a:cxnLst/>
              <a:rect r="r" b="b" t="t" l="l"/>
              <a:pathLst>
                <a:path h="252081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0057CC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01187" cy="299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08934" y="2301613"/>
            <a:ext cx="17470132" cy="7544923"/>
            <a:chOff x="0" y="0"/>
            <a:chExt cx="4601187" cy="1987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01187" cy="1987140"/>
            </a:xfrm>
            <a:custGeom>
              <a:avLst/>
              <a:gdLst/>
              <a:ahLst/>
              <a:cxnLst/>
              <a:rect r="r" b="b" t="t" l="l"/>
              <a:pathLst>
                <a:path h="1987140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987140"/>
                  </a:lnTo>
                  <a:lnTo>
                    <a:pt x="0" y="198714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601187" cy="2034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12909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467139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80721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08934" y="9193555"/>
            <a:ext cx="17470132" cy="652980"/>
            <a:chOff x="0" y="0"/>
            <a:chExt cx="4601187" cy="1719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01187" cy="171978"/>
            </a:xfrm>
            <a:custGeom>
              <a:avLst/>
              <a:gdLst/>
              <a:ahLst/>
              <a:cxnLst/>
              <a:rect r="r" b="b" t="t" l="l"/>
              <a:pathLst>
                <a:path h="171978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6011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08934" y="9193555"/>
            <a:ext cx="755149" cy="652980"/>
            <a:chOff x="0" y="0"/>
            <a:chExt cx="198887" cy="1719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123917" y="9193555"/>
            <a:ext cx="755149" cy="652980"/>
            <a:chOff x="0" y="0"/>
            <a:chExt cx="198887" cy="17197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7382855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true" flipV="false" rot="0">
            <a:off x="584087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9703496" y="3343236"/>
            <a:ext cx="5798369" cy="3088949"/>
          </a:xfrm>
          <a:custGeom>
            <a:avLst/>
            <a:gdLst/>
            <a:ahLst/>
            <a:cxnLst/>
            <a:rect r="r" b="b" t="t" l="l"/>
            <a:pathLst>
              <a:path h="3088949" w="5798369">
                <a:moveTo>
                  <a:pt x="0" y="0"/>
                </a:moveTo>
                <a:lnTo>
                  <a:pt x="5798370" y="0"/>
                </a:lnTo>
                <a:lnTo>
                  <a:pt x="5798370" y="3088949"/>
                </a:lnTo>
                <a:lnTo>
                  <a:pt x="0" y="308894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6661786" y="9193555"/>
            <a:ext cx="1271608" cy="652980"/>
            <a:chOff x="0" y="0"/>
            <a:chExt cx="334909" cy="17197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34909" cy="171978"/>
            </a:xfrm>
            <a:custGeom>
              <a:avLst/>
              <a:gdLst/>
              <a:ahLst/>
              <a:cxnLst/>
              <a:rect r="r" b="b" t="t" l="l"/>
              <a:pathLst>
                <a:path h="171978" w="334909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334909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2900434" y="5099377"/>
            <a:ext cx="2986282" cy="2986282"/>
          </a:xfrm>
          <a:custGeom>
            <a:avLst/>
            <a:gdLst/>
            <a:ahLst/>
            <a:cxnLst/>
            <a:rect r="r" b="b" t="t" l="l"/>
            <a:pathLst>
              <a:path h="2986282" w="2986282">
                <a:moveTo>
                  <a:pt x="0" y="0"/>
                </a:moveTo>
                <a:lnTo>
                  <a:pt x="2986282" y="0"/>
                </a:lnTo>
                <a:lnTo>
                  <a:pt x="2986282" y="2986282"/>
                </a:lnTo>
                <a:lnTo>
                  <a:pt x="0" y="298628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9193736" y="3265263"/>
            <a:ext cx="1019520" cy="989861"/>
          </a:xfrm>
          <a:custGeom>
            <a:avLst/>
            <a:gdLst/>
            <a:ahLst/>
            <a:cxnLst/>
            <a:rect r="r" b="b" t="t" l="l"/>
            <a:pathLst>
              <a:path h="989861" w="1019520">
                <a:moveTo>
                  <a:pt x="0" y="0"/>
                </a:moveTo>
                <a:lnTo>
                  <a:pt x="1019520" y="0"/>
                </a:lnTo>
                <a:lnTo>
                  <a:pt x="1019520" y="989861"/>
                </a:lnTo>
                <a:lnTo>
                  <a:pt x="0" y="98986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5281090" y="3343236"/>
            <a:ext cx="2986282" cy="2986282"/>
          </a:xfrm>
          <a:custGeom>
            <a:avLst/>
            <a:gdLst/>
            <a:ahLst/>
            <a:cxnLst/>
            <a:rect r="r" b="b" t="t" l="l"/>
            <a:pathLst>
              <a:path h="2986282" w="2986282">
                <a:moveTo>
                  <a:pt x="0" y="0"/>
                </a:moveTo>
                <a:lnTo>
                  <a:pt x="2986281" y="0"/>
                </a:lnTo>
                <a:lnTo>
                  <a:pt x="2986281" y="2986282"/>
                </a:lnTo>
                <a:lnTo>
                  <a:pt x="0" y="298628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6133677" y="6015228"/>
            <a:ext cx="640554" cy="1090726"/>
          </a:xfrm>
          <a:custGeom>
            <a:avLst/>
            <a:gdLst/>
            <a:ahLst/>
            <a:cxnLst/>
            <a:rect r="r" b="b" t="t" l="l"/>
            <a:pathLst>
              <a:path h="1090726" w="640554">
                <a:moveTo>
                  <a:pt x="0" y="0"/>
                </a:moveTo>
                <a:lnTo>
                  <a:pt x="640554" y="0"/>
                </a:lnTo>
                <a:lnTo>
                  <a:pt x="640554" y="1090726"/>
                </a:lnTo>
                <a:lnTo>
                  <a:pt x="0" y="1090726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6041237" y="4275304"/>
            <a:ext cx="1465987" cy="1122147"/>
          </a:xfrm>
          <a:custGeom>
            <a:avLst/>
            <a:gdLst/>
            <a:ahLst/>
            <a:cxnLst/>
            <a:rect r="r" b="b" t="t" l="l"/>
            <a:pathLst>
              <a:path h="1122147" w="1465987">
                <a:moveTo>
                  <a:pt x="0" y="0"/>
                </a:moveTo>
                <a:lnTo>
                  <a:pt x="1465987" y="0"/>
                </a:lnTo>
                <a:lnTo>
                  <a:pt x="1465987" y="1122146"/>
                </a:lnTo>
                <a:lnTo>
                  <a:pt x="0" y="1122146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3654862" y="5906745"/>
            <a:ext cx="1477427" cy="1556676"/>
          </a:xfrm>
          <a:custGeom>
            <a:avLst/>
            <a:gdLst/>
            <a:ahLst/>
            <a:cxnLst/>
            <a:rect r="r" b="b" t="t" l="l"/>
            <a:pathLst>
              <a:path h="1556676" w="1477427">
                <a:moveTo>
                  <a:pt x="0" y="0"/>
                </a:moveTo>
                <a:lnTo>
                  <a:pt x="1477427" y="0"/>
                </a:lnTo>
                <a:lnTo>
                  <a:pt x="1477427" y="1556677"/>
                </a:lnTo>
                <a:lnTo>
                  <a:pt x="0" y="1556677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9971011" y="3960219"/>
            <a:ext cx="5263340" cy="2055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08"/>
              </a:lnSpc>
            </a:pPr>
            <a:r>
              <a:rPr lang="en-US" b="true" sz="6127" spc="-208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SOFTWAR</a:t>
            </a:r>
            <a:r>
              <a:rPr lang="en-US" b="true" sz="6127" spc="-208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E COMPONENTS OF A COMPUTER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7507224" y="6822135"/>
            <a:ext cx="7994641" cy="1263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85"/>
              </a:lnSpc>
            </a:pPr>
            <a:r>
              <a:rPr lang="en-US" sz="198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Lorem ipsum dolor sit amet, consectetur a</a:t>
            </a:r>
            <a:r>
              <a:rPr lang="en-US" sz="198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dipiscing elit. Phasellus efficitur finibus fermentum. Quisque luctus elit nulla, at auctor risus sodales ultrices. Ut imperdiet, magna eget eleifend eleifend, est.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584087" y="1585058"/>
            <a:ext cx="1217202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Home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2544931" y="1585058"/>
            <a:ext cx="19608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55"/>
              </a:lnSpc>
              <a:spcBef>
                <a:spcPct val="0"/>
              </a:spcBef>
            </a:pPr>
            <a:r>
              <a:rPr lang="en-US" b="true" sz="2968" spc="222" strike="noStrike" u="non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Content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5155770" y="1585058"/>
            <a:ext cx="19608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Contact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584087" y="644177"/>
            <a:ext cx="11499604" cy="547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2"/>
              </a:lnSpc>
            </a:pPr>
            <a:r>
              <a:rPr lang="en-US" sz="3187" b="true">
                <a:solidFill>
                  <a:srgbClr val="CACACA"/>
                </a:solidFill>
                <a:latin typeface="Cousine Bold"/>
                <a:ea typeface="Cousine Bold"/>
                <a:cs typeface="Cousine Bold"/>
                <a:sym typeface="Cousine Bold"/>
              </a:rPr>
              <a:t>Núcleo de Estudos em Física Computacional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8934" y="440465"/>
            <a:ext cx="17470132" cy="957120"/>
            <a:chOff x="0" y="0"/>
            <a:chExt cx="4601187" cy="2520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187" cy="252081"/>
            </a:xfrm>
            <a:custGeom>
              <a:avLst/>
              <a:gdLst/>
              <a:ahLst/>
              <a:cxnLst/>
              <a:rect r="r" b="b" t="t" l="l"/>
              <a:pathLst>
                <a:path h="252081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0057CC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01187" cy="299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08934" y="2301613"/>
            <a:ext cx="17470132" cy="7544923"/>
            <a:chOff x="0" y="0"/>
            <a:chExt cx="4601187" cy="1987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01187" cy="1987140"/>
            </a:xfrm>
            <a:custGeom>
              <a:avLst/>
              <a:gdLst/>
              <a:ahLst/>
              <a:cxnLst/>
              <a:rect r="r" b="b" t="t" l="l"/>
              <a:pathLst>
                <a:path h="1987140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987140"/>
                  </a:lnTo>
                  <a:lnTo>
                    <a:pt x="0" y="198714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601187" cy="2034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12909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467139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80721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08934" y="9193555"/>
            <a:ext cx="17470132" cy="652980"/>
            <a:chOff x="0" y="0"/>
            <a:chExt cx="4601187" cy="1719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01187" cy="171978"/>
            </a:xfrm>
            <a:custGeom>
              <a:avLst/>
              <a:gdLst/>
              <a:ahLst/>
              <a:cxnLst/>
              <a:rect r="r" b="b" t="t" l="l"/>
              <a:pathLst>
                <a:path h="171978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6011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08934" y="9193555"/>
            <a:ext cx="755149" cy="652980"/>
            <a:chOff x="0" y="0"/>
            <a:chExt cx="198887" cy="1719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123917" y="9193555"/>
            <a:ext cx="755149" cy="652980"/>
            <a:chOff x="0" y="0"/>
            <a:chExt cx="198887" cy="17197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7382855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true" flipV="false" rot="0">
            <a:off x="584087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7507224" y="9193555"/>
            <a:ext cx="1271608" cy="652980"/>
            <a:chOff x="0" y="0"/>
            <a:chExt cx="334909" cy="17197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34909" cy="171978"/>
            </a:xfrm>
            <a:custGeom>
              <a:avLst/>
              <a:gdLst/>
              <a:ahLst/>
              <a:cxnLst/>
              <a:rect r="r" b="b" t="t" l="l"/>
              <a:pathLst>
                <a:path h="171978" w="334909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334909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14466591" y="7639571"/>
            <a:ext cx="640554" cy="1090726"/>
          </a:xfrm>
          <a:custGeom>
            <a:avLst/>
            <a:gdLst/>
            <a:ahLst/>
            <a:cxnLst/>
            <a:rect r="r" b="b" t="t" l="l"/>
            <a:pathLst>
              <a:path h="1090726" w="640554">
                <a:moveTo>
                  <a:pt x="0" y="0"/>
                </a:moveTo>
                <a:lnTo>
                  <a:pt x="640554" y="0"/>
                </a:lnTo>
                <a:lnTo>
                  <a:pt x="640554" y="1090726"/>
                </a:lnTo>
                <a:lnTo>
                  <a:pt x="0" y="109072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5486400" y="3560757"/>
            <a:ext cx="7315200" cy="1582743"/>
          </a:xfrm>
          <a:custGeom>
            <a:avLst/>
            <a:gdLst/>
            <a:ahLst/>
            <a:cxnLst/>
            <a:rect r="r" b="b" t="t" l="l"/>
            <a:pathLst>
              <a:path h="1582743" w="7315200">
                <a:moveTo>
                  <a:pt x="0" y="0"/>
                </a:moveTo>
                <a:lnTo>
                  <a:pt x="7315200" y="0"/>
                </a:lnTo>
                <a:lnTo>
                  <a:pt x="7315200" y="1582743"/>
                </a:lnTo>
                <a:lnTo>
                  <a:pt x="0" y="158274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27" id="27"/>
          <p:cNvSpPr txBox="true"/>
          <p:nvPr/>
        </p:nvSpPr>
        <p:spPr>
          <a:xfrm rot="0">
            <a:off x="5669013" y="4112093"/>
            <a:ext cx="6949975" cy="648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71"/>
              </a:lnSpc>
            </a:pPr>
            <a:r>
              <a:rPr lang="en-US" b="true" sz="5378" spc="-182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TY</a:t>
            </a:r>
            <a:r>
              <a:rPr lang="en-US" b="true" sz="5378" spc="-182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PES OF COMPUTERS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4810484" y="3222702"/>
            <a:ext cx="1166694" cy="1132754"/>
          </a:xfrm>
          <a:custGeom>
            <a:avLst/>
            <a:gdLst/>
            <a:ahLst/>
            <a:cxnLst/>
            <a:rect r="r" b="b" t="t" l="l"/>
            <a:pathLst>
              <a:path h="1132754" w="1166694">
                <a:moveTo>
                  <a:pt x="0" y="0"/>
                </a:moveTo>
                <a:lnTo>
                  <a:pt x="1166694" y="0"/>
                </a:lnTo>
                <a:lnTo>
                  <a:pt x="1166694" y="1132753"/>
                </a:lnTo>
                <a:lnTo>
                  <a:pt x="0" y="113275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3050969" y="5747497"/>
            <a:ext cx="5901813" cy="1892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85"/>
              </a:lnSpc>
            </a:pPr>
            <a:r>
              <a:rPr lang="en-US" sz="198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Lorem ipsum dolor sit amet, consectetur a</a:t>
            </a:r>
            <a:r>
              <a:rPr lang="en-US" sz="198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dipiscing elit. Phasellus efficitur finibus fermentum. Quisque luctus elit nulla, at auctor risus sodales ultrices. Ut imperdiet, magna eget eleifend eleifend, est.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84087" y="1585058"/>
            <a:ext cx="1217202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Home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544931" y="1585058"/>
            <a:ext cx="19608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55"/>
              </a:lnSpc>
              <a:spcBef>
                <a:spcPct val="0"/>
              </a:spcBef>
            </a:pPr>
            <a:r>
              <a:rPr lang="en-US" b="true" sz="2968" spc="222" strike="noStrike" u="non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Content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5155770" y="1585058"/>
            <a:ext cx="19608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Contact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335218" y="5747497"/>
            <a:ext cx="5901813" cy="1892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85"/>
              </a:lnSpc>
            </a:pPr>
            <a:r>
              <a:rPr lang="en-US" sz="198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Lorem ipsum dolor sit amet, consectetur a</a:t>
            </a:r>
            <a:r>
              <a:rPr lang="en-US" sz="198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dipiscing elit. Phasellus efficitur finibus fermentum. Quisque luctus elit nulla, at auctor risus sodales ultrices. Ut imperdiet, magna eget eleifend eleifend, est.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5486400" y="5105400"/>
            <a:ext cx="7315200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Computer Security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584087" y="644177"/>
            <a:ext cx="11499604" cy="547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2"/>
              </a:lnSpc>
            </a:pPr>
            <a:r>
              <a:rPr lang="en-US" sz="3187" b="true">
                <a:solidFill>
                  <a:srgbClr val="CACACA"/>
                </a:solidFill>
                <a:latin typeface="Cousine Bold"/>
                <a:ea typeface="Cousine Bold"/>
                <a:cs typeface="Cousine Bold"/>
                <a:sym typeface="Cousine Bold"/>
              </a:rPr>
              <a:t>Núcleo de Estudos em Física Computacional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8934" y="440465"/>
            <a:ext cx="17470132" cy="957120"/>
            <a:chOff x="0" y="0"/>
            <a:chExt cx="4601187" cy="2520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187" cy="252081"/>
            </a:xfrm>
            <a:custGeom>
              <a:avLst/>
              <a:gdLst/>
              <a:ahLst/>
              <a:cxnLst/>
              <a:rect r="r" b="b" t="t" l="l"/>
              <a:pathLst>
                <a:path h="252081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0057CC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01187" cy="299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08934" y="2301613"/>
            <a:ext cx="17470132" cy="7544923"/>
            <a:chOff x="0" y="0"/>
            <a:chExt cx="4601187" cy="1987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01187" cy="1987140"/>
            </a:xfrm>
            <a:custGeom>
              <a:avLst/>
              <a:gdLst/>
              <a:ahLst/>
              <a:cxnLst/>
              <a:rect r="r" b="b" t="t" l="l"/>
              <a:pathLst>
                <a:path h="1987140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987140"/>
                  </a:lnTo>
                  <a:lnTo>
                    <a:pt x="0" y="198714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601187" cy="2034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12909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467139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80721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08934" y="9193555"/>
            <a:ext cx="17470132" cy="652980"/>
            <a:chOff x="0" y="0"/>
            <a:chExt cx="4601187" cy="1719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01187" cy="171978"/>
            </a:xfrm>
            <a:custGeom>
              <a:avLst/>
              <a:gdLst/>
              <a:ahLst/>
              <a:cxnLst/>
              <a:rect r="r" b="b" t="t" l="l"/>
              <a:pathLst>
                <a:path h="171978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6011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08934" y="9193555"/>
            <a:ext cx="755149" cy="652980"/>
            <a:chOff x="0" y="0"/>
            <a:chExt cx="198887" cy="1719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123917" y="9193555"/>
            <a:ext cx="755149" cy="652980"/>
            <a:chOff x="0" y="0"/>
            <a:chExt cx="198887" cy="17197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7382855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true" flipV="false" rot="0">
            <a:off x="584087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8508196" y="9193555"/>
            <a:ext cx="1271608" cy="652980"/>
            <a:chOff x="0" y="0"/>
            <a:chExt cx="334909" cy="17197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34909" cy="171978"/>
            </a:xfrm>
            <a:custGeom>
              <a:avLst/>
              <a:gdLst/>
              <a:ahLst/>
              <a:cxnLst/>
              <a:rect r="r" b="b" t="t" l="l"/>
              <a:pathLst>
                <a:path h="171978" w="334909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334909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4013746" y="3815663"/>
            <a:ext cx="7315200" cy="1582743"/>
          </a:xfrm>
          <a:custGeom>
            <a:avLst/>
            <a:gdLst/>
            <a:ahLst/>
            <a:cxnLst/>
            <a:rect r="r" b="b" t="t" l="l"/>
            <a:pathLst>
              <a:path h="1582743" w="7315200">
                <a:moveTo>
                  <a:pt x="0" y="0"/>
                </a:moveTo>
                <a:lnTo>
                  <a:pt x="7315200" y="0"/>
                </a:lnTo>
                <a:lnTo>
                  <a:pt x="7315200" y="1582744"/>
                </a:lnTo>
                <a:lnTo>
                  <a:pt x="0" y="158274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26" id="26"/>
          <p:cNvSpPr txBox="true"/>
          <p:nvPr/>
        </p:nvSpPr>
        <p:spPr>
          <a:xfrm rot="0">
            <a:off x="4196359" y="4367000"/>
            <a:ext cx="6949975" cy="648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71"/>
              </a:lnSpc>
            </a:pPr>
            <a:r>
              <a:rPr lang="en-US" b="true" sz="5378" spc="-182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COMPUTER NETWORKS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10826057" y="4853044"/>
            <a:ext cx="640554" cy="1090726"/>
          </a:xfrm>
          <a:custGeom>
            <a:avLst/>
            <a:gdLst/>
            <a:ahLst/>
            <a:cxnLst/>
            <a:rect r="r" b="b" t="t" l="l"/>
            <a:pathLst>
              <a:path h="1090726" w="640554">
                <a:moveTo>
                  <a:pt x="0" y="0"/>
                </a:moveTo>
                <a:lnTo>
                  <a:pt x="640553" y="0"/>
                </a:lnTo>
                <a:lnTo>
                  <a:pt x="640553" y="1090726"/>
                </a:lnTo>
                <a:lnTo>
                  <a:pt x="0" y="109072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3485004" y="3477608"/>
            <a:ext cx="1019520" cy="989861"/>
          </a:xfrm>
          <a:custGeom>
            <a:avLst/>
            <a:gdLst/>
            <a:ahLst/>
            <a:cxnLst/>
            <a:rect r="r" b="b" t="t" l="l"/>
            <a:pathLst>
              <a:path h="989861" w="1019520">
                <a:moveTo>
                  <a:pt x="0" y="0"/>
                </a:moveTo>
                <a:lnTo>
                  <a:pt x="1019520" y="0"/>
                </a:lnTo>
                <a:lnTo>
                  <a:pt x="1019520" y="989861"/>
                </a:lnTo>
                <a:lnTo>
                  <a:pt x="0" y="98986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2162043" y="3815663"/>
            <a:ext cx="2640953" cy="4114800"/>
          </a:xfrm>
          <a:custGeom>
            <a:avLst/>
            <a:gdLst/>
            <a:ahLst/>
            <a:cxnLst/>
            <a:rect r="r" b="b" t="t" l="l"/>
            <a:pathLst>
              <a:path h="4114800" w="2640953">
                <a:moveTo>
                  <a:pt x="0" y="0"/>
                </a:moveTo>
                <a:lnTo>
                  <a:pt x="2640953" y="0"/>
                </a:lnTo>
                <a:lnTo>
                  <a:pt x="264095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4013746" y="6039020"/>
            <a:ext cx="7315200" cy="1577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85"/>
              </a:lnSpc>
            </a:pPr>
            <a:r>
              <a:rPr lang="en-US" sz="198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Lorem ipsum dolor sit amet, consectetur a</a:t>
            </a:r>
            <a:r>
              <a:rPr lang="en-US" sz="198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dipiscing elit. Phasellus efficitur finibus fermentum. Quisque luctus elit nulla, at auctor risus sodales ultrices. Ut imperdiet, magna eget eleifend eleifend, est.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84087" y="1585058"/>
            <a:ext cx="1217202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Home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544931" y="1585058"/>
            <a:ext cx="19608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55"/>
              </a:lnSpc>
              <a:spcBef>
                <a:spcPct val="0"/>
              </a:spcBef>
            </a:pPr>
            <a:r>
              <a:rPr lang="en-US" b="true" sz="2968" spc="222" strike="noStrike" u="non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Content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5155770" y="1585058"/>
            <a:ext cx="19608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Contact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584087" y="644177"/>
            <a:ext cx="11499604" cy="547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2"/>
              </a:lnSpc>
            </a:pPr>
            <a:r>
              <a:rPr lang="en-US" sz="3187" b="true">
                <a:solidFill>
                  <a:srgbClr val="CACACA"/>
                </a:solidFill>
                <a:latin typeface="Cousine Bold"/>
                <a:ea typeface="Cousine Bold"/>
                <a:cs typeface="Cousine Bold"/>
                <a:sym typeface="Cousine Bold"/>
              </a:rPr>
              <a:t>Núcleo de Estudos em Física Computacional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8934" y="440465"/>
            <a:ext cx="17470132" cy="957120"/>
            <a:chOff x="0" y="0"/>
            <a:chExt cx="4601187" cy="2520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187" cy="252081"/>
            </a:xfrm>
            <a:custGeom>
              <a:avLst/>
              <a:gdLst/>
              <a:ahLst/>
              <a:cxnLst/>
              <a:rect r="r" b="b" t="t" l="l"/>
              <a:pathLst>
                <a:path h="252081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0057CC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01187" cy="299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08934" y="2301613"/>
            <a:ext cx="17470132" cy="7544923"/>
            <a:chOff x="0" y="0"/>
            <a:chExt cx="4601187" cy="1987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01187" cy="1987140"/>
            </a:xfrm>
            <a:custGeom>
              <a:avLst/>
              <a:gdLst/>
              <a:ahLst/>
              <a:cxnLst/>
              <a:rect r="r" b="b" t="t" l="l"/>
              <a:pathLst>
                <a:path h="1987140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987140"/>
                  </a:lnTo>
                  <a:lnTo>
                    <a:pt x="0" y="198714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601187" cy="2034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12909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467139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80721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08934" y="9193555"/>
            <a:ext cx="17470132" cy="652980"/>
            <a:chOff x="0" y="0"/>
            <a:chExt cx="4601187" cy="1719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01187" cy="171978"/>
            </a:xfrm>
            <a:custGeom>
              <a:avLst/>
              <a:gdLst/>
              <a:ahLst/>
              <a:cxnLst/>
              <a:rect r="r" b="b" t="t" l="l"/>
              <a:pathLst>
                <a:path h="171978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6011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08934" y="9193555"/>
            <a:ext cx="755149" cy="652980"/>
            <a:chOff x="0" y="0"/>
            <a:chExt cx="198887" cy="1719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123917" y="9193555"/>
            <a:ext cx="755149" cy="652980"/>
            <a:chOff x="0" y="0"/>
            <a:chExt cx="198887" cy="17197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7382855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true" flipV="false" rot="0">
            <a:off x="584087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9717813" y="9193555"/>
            <a:ext cx="1271608" cy="652980"/>
            <a:chOff x="0" y="0"/>
            <a:chExt cx="334909" cy="17197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34909" cy="171978"/>
            </a:xfrm>
            <a:custGeom>
              <a:avLst/>
              <a:gdLst/>
              <a:ahLst/>
              <a:cxnLst/>
              <a:rect r="r" b="b" t="t" l="l"/>
              <a:pathLst>
                <a:path h="171978" w="334909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334909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6630354" y="3912215"/>
            <a:ext cx="5027291" cy="2678175"/>
          </a:xfrm>
          <a:custGeom>
            <a:avLst/>
            <a:gdLst/>
            <a:ahLst/>
            <a:cxnLst/>
            <a:rect r="r" b="b" t="t" l="l"/>
            <a:pathLst>
              <a:path h="2678175" w="5027291">
                <a:moveTo>
                  <a:pt x="0" y="0"/>
                </a:moveTo>
                <a:lnTo>
                  <a:pt x="5027292" y="0"/>
                </a:lnTo>
                <a:lnTo>
                  <a:pt x="5027292" y="2678175"/>
                </a:lnTo>
                <a:lnTo>
                  <a:pt x="0" y="267817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6897829" y="4436440"/>
            <a:ext cx="4492341" cy="1791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71"/>
              </a:lnSpc>
            </a:pPr>
            <a:r>
              <a:rPr lang="en-US" b="true" sz="5378" spc="-182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THE IN</a:t>
            </a:r>
            <a:r>
              <a:rPr lang="en-US" b="true" sz="5378" spc="-182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TERNET AND WORLD WIDE WEB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6136192" y="3627644"/>
            <a:ext cx="1019520" cy="989861"/>
          </a:xfrm>
          <a:custGeom>
            <a:avLst/>
            <a:gdLst/>
            <a:ahLst/>
            <a:cxnLst/>
            <a:rect r="r" b="b" t="t" l="l"/>
            <a:pathLst>
              <a:path h="989861" w="1019520">
                <a:moveTo>
                  <a:pt x="0" y="0"/>
                </a:moveTo>
                <a:lnTo>
                  <a:pt x="1019520" y="0"/>
                </a:lnTo>
                <a:lnTo>
                  <a:pt x="1019520" y="989861"/>
                </a:lnTo>
                <a:lnTo>
                  <a:pt x="0" y="98986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6764092" y="6847565"/>
            <a:ext cx="4759816" cy="891384"/>
          </a:xfrm>
          <a:custGeom>
            <a:avLst/>
            <a:gdLst/>
            <a:ahLst/>
            <a:cxnLst/>
            <a:rect r="r" b="b" t="t" l="l"/>
            <a:pathLst>
              <a:path h="891384" w="4759816">
                <a:moveTo>
                  <a:pt x="0" y="0"/>
                </a:moveTo>
                <a:lnTo>
                  <a:pt x="4759816" y="0"/>
                </a:lnTo>
                <a:lnTo>
                  <a:pt x="4759816" y="891384"/>
                </a:lnTo>
                <a:lnTo>
                  <a:pt x="0" y="89138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2728729" y="3764162"/>
            <a:ext cx="3148743" cy="4092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85"/>
              </a:lnSpc>
            </a:pPr>
            <a:r>
              <a:rPr lang="en-US" sz="198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Lorem ipsum dolor sit amet, consectetur a</a:t>
            </a:r>
            <a:r>
              <a:rPr lang="en-US" sz="198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dipiscing elit. Phasellus efficitur finibus fermentum. Quisque luctus elit nulla, at auctor risus sodales ultrices. Ut imperdiet, magna eget eleifend eleifend, est.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84087" y="1585058"/>
            <a:ext cx="1217202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Home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544931" y="1585058"/>
            <a:ext cx="19608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55"/>
              </a:lnSpc>
              <a:spcBef>
                <a:spcPct val="0"/>
              </a:spcBef>
            </a:pPr>
            <a:r>
              <a:rPr lang="en-US" b="true" sz="2968" spc="222" strike="noStrike" u="non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Content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5155770" y="1585058"/>
            <a:ext cx="19608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Contact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410528" y="3764162"/>
            <a:ext cx="3148743" cy="4092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5"/>
              </a:lnSpc>
            </a:pPr>
            <a:r>
              <a:rPr lang="en-US" sz="198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Lorem ipsum dolor sit amet, consectetur a</a:t>
            </a:r>
            <a:r>
              <a:rPr lang="en-US" sz="198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dipiscing elit. Phasellus efficitur finibus fermentum. Quisque luctus elit nulla, at auctor risus sodales ultrices. Ut imperdiet, magna eget eleifend eleifend, est.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584087" y="644177"/>
            <a:ext cx="11499604" cy="547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2"/>
              </a:lnSpc>
            </a:pPr>
            <a:r>
              <a:rPr lang="en-US" sz="3187" b="true">
                <a:solidFill>
                  <a:srgbClr val="CACACA"/>
                </a:solidFill>
                <a:latin typeface="Cousine Bold"/>
                <a:ea typeface="Cousine Bold"/>
                <a:cs typeface="Cousine Bold"/>
                <a:sym typeface="Cousine Bold"/>
              </a:rPr>
              <a:t>Núcleo de Estudos em Física Computacional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8934" y="440465"/>
            <a:ext cx="17470132" cy="957120"/>
            <a:chOff x="0" y="0"/>
            <a:chExt cx="4601187" cy="2520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187" cy="252081"/>
            </a:xfrm>
            <a:custGeom>
              <a:avLst/>
              <a:gdLst/>
              <a:ahLst/>
              <a:cxnLst/>
              <a:rect r="r" b="b" t="t" l="l"/>
              <a:pathLst>
                <a:path h="252081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0057CC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01187" cy="299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08934" y="2301613"/>
            <a:ext cx="17470132" cy="7544923"/>
            <a:chOff x="0" y="0"/>
            <a:chExt cx="4601187" cy="1987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01187" cy="1987140"/>
            </a:xfrm>
            <a:custGeom>
              <a:avLst/>
              <a:gdLst/>
              <a:ahLst/>
              <a:cxnLst/>
              <a:rect r="r" b="b" t="t" l="l"/>
              <a:pathLst>
                <a:path h="1987140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987140"/>
                  </a:lnTo>
                  <a:lnTo>
                    <a:pt x="0" y="198714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601187" cy="2034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12909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467139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80721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08934" y="9193555"/>
            <a:ext cx="17470132" cy="652980"/>
            <a:chOff x="0" y="0"/>
            <a:chExt cx="4601187" cy="1719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01187" cy="171978"/>
            </a:xfrm>
            <a:custGeom>
              <a:avLst/>
              <a:gdLst/>
              <a:ahLst/>
              <a:cxnLst/>
              <a:rect r="r" b="b" t="t" l="l"/>
              <a:pathLst>
                <a:path h="171978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6011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08934" y="9193555"/>
            <a:ext cx="755149" cy="652980"/>
            <a:chOff x="0" y="0"/>
            <a:chExt cx="198887" cy="1719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123917" y="9193555"/>
            <a:ext cx="755149" cy="652980"/>
            <a:chOff x="0" y="0"/>
            <a:chExt cx="198887" cy="17197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7382855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true" flipV="false" rot="0">
            <a:off x="584087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11021842" y="9193555"/>
            <a:ext cx="1271608" cy="652980"/>
            <a:chOff x="0" y="0"/>
            <a:chExt cx="334909" cy="17197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34909" cy="171978"/>
            </a:xfrm>
            <a:custGeom>
              <a:avLst/>
              <a:gdLst/>
              <a:ahLst/>
              <a:cxnLst/>
              <a:rect r="r" b="b" t="t" l="l"/>
              <a:pathLst>
                <a:path h="171978" w="334909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334909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5120758" y="6106901"/>
            <a:ext cx="8046484" cy="1740967"/>
          </a:xfrm>
          <a:custGeom>
            <a:avLst/>
            <a:gdLst/>
            <a:ahLst/>
            <a:cxnLst/>
            <a:rect r="r" b="b" t="t" l="l"/>
            <a:pathLst>
              <a:path h="1740967" w="8046484">
                <a:moveTo>
                  <a:pt x="0" y="0"/>
                </a:moveTo>
                <a:lnTo>
                  <a:pt x="8046484" y="0"/>
                </a:lnTo>
                <a:lnTo>
                  <a:pt x="8046484" y="1740967"/>
                </a:lnTo>
                <a:lnTo>
                  <a:pt x="0" y="174096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26" id="26"/>
          <p:cNvSpPr txBox="true"/>
          <p:nvPr/>
        </p:nvSpPr>
        <p:spPr>
          <a:xfrm rot="0">
            <a:off x="5268827" y="6712557"/>
            <a:ext cx="7750347" cy="710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28"/>
              </a:lnSpc>
            </a:pPr>
            <a:r>
              <a:rPr lang="en-US" b="true" sz="5916" spc="-201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COMPU</a:t>
            </a:r>
            <a:r>
              <a:rPr lang="en-US" b="true" sz="5916" spc="-201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TER SECURITY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4595051" y="5888569"/>
            <a:ext cx="1121439" cy="1088815"/>
          </a:xfrm>
          <a:custGeom>
            <a:avLst/>
            <a:gdLst/>
            <a:ahLst/>
            <a:cxnLst/>
            <a:rect r="r" b="b" t="t" l="l"/>
            <a:pathLst>
              <a:path h="1088815" w="1121439">
                <a:moveTo>
                  <a:pt x="0" y="0"/>
                </a:moveTo>
                <a:lnTo>
                  <a:pt x="1121439" y="0"/>
                </a:lnTo>
                <a:lnTo>
                  <a:pt x="1121439" y="1088815"/>
                </a:lnTo>
                <a:lnTo>
                  <a:pt x="0" y="108881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2846965" y="5888569"/>
            <a:ext cx="640554" cy="1090726"/>
          </a:xfrm>
          <a:custGeom>
            <a:avLst/>
            <a:gdLst/>
            <a:ahLst/>
            <a:cxnLst/>
            <a:rect r="r" b="b" t="t" l="l"/>
            <a:pathLst>
              <a:path h="1090726" w="640554">
                <a:moveTo>
                  <a:pt x="0" y="0"/>
                </a:moveTo>
                <a:lnTo>
                  <a:pt x="640554" y="0"/>
                </a:lnTo>
                <a:lnTo>
                  <a:pt x="640554" y="1090726"/>
                </a:lnTo>
                <a:lnTo>
                  <a:pt x="0" y="109072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5305194" y="3870372"/>
            <a:ext cx="7677612" cy="1733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34"/>
              </a:lnSpc>
            </a:pPr>
            <a:r>
              <a:rPr lang="en-US" sz="2187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Lorem ipsum dolor sit amet, consectetur a</a:t>
            </a:r>
            <a:r>
              <a:rPr lang="en-US" sz="2187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dipiscing elit. Phasellus efficitur finibus fermentum. Quisque luctus elit nulla, at auctor risus sodales ultrices. Ut imperdiet, magna eget eleifend eleifend, est.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84087" y="1585058"/>
            <a:ext cx="1217202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Home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544931" y="1585058"/>
            <a:ext cx="19608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55"/>
              </a:lnSpc>
              <a:spcBef>
                <a:spcPct val="0"/>
              </a:spcBef>
            </a:pPr>
            <a:r>
              <a:rPr lang="en-US" b="true" sz="2968" spc="222" strike="noStrike" u="non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Content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5155770" y="1585058"/>
            <a:ext cx="19608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Contact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584087" y="644177"/>
            <a:ext cx="11499604" cy="547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2"/>
              </a:lnSpc>
            </a:pPr>
            <a:r>
              <a:rPr lang="en-US" sz="3187" b="true">
                <a:solidFill>
                  <a:srgbClr val="CACACA"/>
                </a:solidFill>
                <a:latin typeface="Cousine Bold"/>
                <a:ea typeface="Cousine Bold"/>
                <a:cs typeface="Cousine Bold"/>
                <a:sym typeface="Cousine Bold"/>
              </a:rPr>
              <a:t>Núcleo de Estudos em Física Computacional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8934" y="440465"/>
            <a:ext cx="17470132" cy="957120"/>
            <a:chOff x="0" y="0"/>
            <a:chExt cx="4601187" cy="2520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187" cy="252081"/>
            </a:xfrm>
            <a:custGeom>
              <a:avLst/>
              <a:gdLst/>
              <a:ahLst/>
              <a:cxnLst/>
              <a:rect r="r" b="b" t="t" l="l"/>
              <a:pathLst>
                <a:path h="252081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0057CC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01187" cy="299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08934" y="2301613"/>
            <a:ext cx="17470132" cy="7544923"/>
            <a:chOff x="0" y="0"/>
            <a:chExt cx="4601187" cy="1987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01187" cy="1987140"/>
            </a:xfrm>
            <a:custGeom>
              <a:avLst/>
              <a:gdLst/>
              <a:ahLst/>
              <a:cxnLst/>
              <a:rect r="r" b="b" t="t" l="l"/>
              <a:pathLst>
                <a:path h="1987140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987140"/>
                  </a:lnTo>
                  <a:lnTo>
                    <a:pt x="0" y="198714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601187" cy="2034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12909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467139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80721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08934" y="9193555"/>
            <a:ext cx="17470132" cy="652980"/>
            <a:chOff x="0" y="0"/>
            <a:chExt cx="4601187" cy="1719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01187" cy="171978"/>
            </a:xfrm>
            <a:custGeom>
              <a:avLst/>
              <a:gdLst/>
              <a:ahLst/>
              <a:cxnLst/>
              <a:rect r="r" b="b" t="t" l="l"/>
              <a:pathLst>
                <a:path h="171978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6011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08934" y="9193555"/>
            <a:ext cx="755149" cy="652980"/>
            <a:chOff x="0" y="0"/>
            <a:chExt cx="198887" cy="1719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123917" y="9193555"/>
            <a:ext cx="755149" cy="652980"/>
            <a:chOff x="0" y="0"/>
            <a:chExt cx="198887" cy="17197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7382855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true" flipV="false" rot="0">
            <a:off x="584087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12329752" y="9193555"/>
            <a:ext cx="1271608" cy="652980"/>
            <a:chOff x="0" y="0"/>
            <a:chExt cx="334909" cy="17197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34909" cy="171978"/>
            </a:xfrm>
            <a:custGeom>
              <a:avLst/>
              <a:gdLst/>
              <a:ahLst/>
              <a:cxnLst/>
              <a:rect r="r" b="b" t="t" l="l"/>
              <a:pathLst>
                <a:path h="171978" w="334909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334909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8841544" y="3788384"/>
            <a:ext cx="5027291" cy="2678175"/>
          </a:xfrm>
          <a:custGeom>
            <a:avLst/>
            <a:gdLst/>
            <a:ahLst/>
            <a:cxnLst/>
            <a:rect r="r" b="b" t="t" l="l"/>
            <a:pathLst>
              <a:path h="2678175" w="5027291">
                <a:moveTo>
                  <a:pt x="0" y="0"/>
                </a:moveTo>
                <a:lnTo>
                  <a:pt x="5027291" y="0"/>
                </a:lnTo>
                <a:lnTo>
                  <a:pt x="5027291" y="2678175"/>
                </a:lnTo>
                <a:lnTo>
                  <a:pt x="0" y="267817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9109019" y="4312609"/>
            <a:ext cx="4492341" cy="1791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71"/>
              </a:lnSpc>
            </a:pPr>
            <a:r>
              <a:rPr lang="en-US" b="true" sz="5378" spc="-182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EM</a:t>
            </a:r>
            <a:r>
              <a:rPr lang="en-US" b="true" sz="5378" spc="-182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ERGING TRENDS IN COMPUTING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8347382" y="3503813"/>
            <a:ext cx="1019520" cy="989861"/>
          </a:xfrm>
          <a:custGeom>
            <a:avLst/>
            <a:gdLst/>
            <a:ahLst/>
            <a:cxnLst/>
            <a:rect r="r" b="b" t="t" l="l"/>
            <a:pathLst>
              <a:path h="989861" w="1019520">
                <a:moveTo>
                  <a:pt x="0" y="0"/>
                </a:moveTo>
                <a:lnTo>
                  <a:pt x="1019520" y="0"/>
                </a:lnTo>
                <a:lnTo>
                  <a:pt x="1019520" y="989861"/>
                </a:lnTo>
                <a:lnTo>
                  <a:pt x="0" y="98986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4419165" y="3503813"/>
            <a:ext cx="2962746" cy="2962746"/>
          </a:xfrm>
          <a:custGeom>
            <a:avLst/>
            <a:gdLst/>
            <a:ahLst/>
            <a:cxnLst/>
            <a:rect r="r" b="b" t="t" l="l"/>
            <a:pathLst>
              <a:path h="2962746" w="2962746">
                <a:moveTo>
                  <a:pt x="0" y="0"/>
                </a:moveTo>
                <a:lnTo>
                  <a:pt x="2962745" y="0"/>
                </a:lnTo>
                <a:lnTo>
                  <a:pt x="2962745" y="2962746"/>
                </a:lnTo>
                <a:lnTo>
                  <a:pt x="0" y="296274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4419165" y="6904709"/>
            <a:ext cx="9449670" cy="1263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85"/>
              </a:lnSpc>
            </a:pPr>
            <a:r>
              <a:rPr lang="en-US" sz="198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Lorem ipsum dolor sit amet, consectetur a</a:t>
            </a:r>
            <a:r>
              <a:rPr lang="en-US" sz="198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dipiscing elit. Phasellus efficitur finibus fermentum. Quisque luctus elit nulla, at auctor risus sodales ultrices. Ut imperdiet, magna eget eleifend eleifend, est.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84087" y="1585058"/>
            <a:ext cx="1217202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Home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544931" y="1585058"/>
            <a:ext cx="19608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55"/>
              </a:lnSpc>
              <a:spcBef>
                <a:spcPct val="0"/>
              </a:spcBef>
            </a:pPr>
            <a:r>
              <a:rPr lang="en-US" b="true" sz="2968" spc="222" strike="noStrike" u="non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Content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5155770" y="1585058"/>
            <a:ext cx="19608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Contact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584087" y="644177"/>
            <a:ext cx="11499604" cy="547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2"/>
              </a:lnSpc>
            </a:pPr>
            <a:r>
              <a:rPr lang="en-US" sz="3187" b="true">
                <a:solidFill>
                  <a:srgbClr val="CACACA"/>
                </a:solidFill>
                <a:latin typeface="Cousine Bold"/>
                <a:ea typeface="Cousine Bold"/>
                <a:cs typeface="Cousine Bold"/>
                <a:sym typeface="Cousine Bold"/>
              </a:rPr>
              <a:t>Núcleo de Estudos em Física Computacional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8934" y="440465"/>
            <a:ext cx="17470132" cy="957120"/>
            <a:chOff x="0" y="0"/>
            <a:chExt cx="4601187" cy="2520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187" cy="252081"/>
            </a:xfrm>
            <a:custGeom>
              <a:avLst/>
              <a:gdLst/>
              <a:ahLst/>
              <a:cxnLst/>
              <a:rect r="r" b="b" t="t" l="l"/>
              <a:pathLst>
                <a:path h="252081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0057CC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01187" cy="299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08934" y="2301613"/>
            <a:ext cx="17470132" cy="7544923"/>
            <a:chOff x="0" y="0"/>
            <a:chExt cx="4601187" cy="1987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01187" cy="1987140"/>
            </a:xfrm>
            <a:custGeom>
              <a:avLst/>
              <a:gdLst/>
              <a:ahLst/>
              <a:cxnLst/>
              <a:rect r="r" b="b" t="t" l="l"/>
              <a:pathLst>
                <a:path h="1987140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987140"/>
                  </a:lnTo>
                  <a:lnTo>
                    <a:pt x="0" y="198714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601187" cy="2034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12909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467139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80721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08934" y="9193555"/>
            <a:ext cx="17470132" cy="652980"/>
            <a:chOff x="0" y="0"/>
            <a:chExt cx="4601187" cy="1719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01187" cy="171978"/>
            </a:xfrm>
            <a:custGeom>
              <a:avLst/>
              <a:gdLst/>
              <a:ahLst/>
              <a:cxnLst/>
              <a:rect r="r" b="b" t="t" l="l"/>
              <a:pathLst>
                <a:path h="171978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6011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08934" y="9193555"/>
            <a:ext cx="755149" cy="652980"/>
            <a:chOff x="0" y="0"/>
            <a:chExt cx="198887" cy="1719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123917" y="9193555"/>
            <a:ext cx="755149" cy="652980"/>
            <a:chOff x="0" y="0"/>
            <a:chExt cx="198887" cy="17197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7382855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true" flipV="false" rot="0">
            <a:off x="584087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13734433" y="9193555"/>
            <a:ext cx="1271608" cy="652980"/>
            <a:chOff x="0" y="0"/>
            <a:chExt cx="334909" cy="17197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34909" cy="171978"/>
            </a:xfrm>
            <a:custGeom>
              <a:avLst/>
              <a:gdLst/>
              <a:ahLst/>
              <a:cxnLst/>
              <a:rect r="r" b="b" t="t" l="l"/>
              <a:pathLst>
                <a:path h="171978" w="334909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334909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3887963" y="3924073"/>
            <a:ext cx="6752249" cy="1866076"/>
          </a:xfrm>
          <a:custGeom>
            <a:avLst/>
            <a:gdLst/>
            <a:ahLst/>
            <a:cxnLst/>
            <a:rect r="r" b="b" t="t" l="l"/>
            <a:pathLst>
              <a:path h="1866076" w="6752249">
                <a:moveTo>
                  <a:pt x="0" y="0"/>
                </a:moveTo>
                <a:lnTo>
                  <a:pt x="6752249" y="0"/>
                </a:lnTo>
                <a:lnTo>
                  <a:pt x="6752249" y="1866076"/>
                </a:lnTo>
                <a:lnTo>
                  <a:pt x="0" y="186607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6" id="26"/>
          <p:cNvSpPr/>
          <p:nvPr/>
        </p:nvSpPr>
        <p:spPr>
          <a:xfrm flipH="false" flipV="false" rot="0">
            <a:off x="11457337" y="4017840"/>
            <a:ext cx="2942700" cy="813255"/>
          </a:xfrm>
          <a:custGeom>
            <a:avLst/>
            <a:gdLst/>
            <a:ahLst/>
            <a:cxnLst/>
            <a:rect r="r" b="b" t="t" l="l"/>
            <a:pathLst>
              <a:path h="813255" w="2942700">
                <a:moveTo>
                  <a:pt x="0" y="0"/>
                </a:moveTo>
                <a:lnTo>
                  <a:pt x="2942700" y="0"/>
                </a:lnTo>
                <a:lnTo>
                  <a:pt x="2942700" y="813255"/>
                </a:lnTo>
                <a:lnTo>
                  <a:pt x="0" y="81325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1457337" y="4976894"/>
            <a:ext cx="2942700" cy="813255"/>
          </a:xfrm>
          <a:custGeom>
            <a:avLst/>
            <a:gdLst/>
            <a:ahLst/>
            <a:cxnLst/>
            <a:rect r="r" b="b" t="t" l="l"/>
            <a:pathLst>
              <a:path h="813255" w="2942700">
                <a:moveTo>
                  <a:pt x="0" y="0"/>
                </a:moveTo>
                <a:lnTo>
                  <a:pt x="2942700" y="0"/>
                </a:lnTo>
                <a:lnTo>
                  <a:pt x="2942700" y="813255"/>
                </a:lnTo>
                <a:lnTo>
                  <a:pt x="0" y="81325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4386219" y="4380936"/>
            <a:ext cx="5755736" cy="1104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58"/>
              </a:lnSpc>
            </a:pPr>
            <a:r>
              <a:rPr lang="en-US" b="true" sz="4892" spc="-166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APPL</a:t>
            </a:r>
            <a:r>
              <a:rPr lang="en-US" b="true" sz="4892" spc="-166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ICATIONS OF COMPUTERS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3525353" y="3763991"/>
            <a:ext cx="1224507" cy="1188885"/>
          </a:xfrm>
          <a:custGeom>
            <a:avLst/>
            <a:gdLst/>
            <a:ahLst/>
            <a:cxnLst/>
            <a:rect r="r" b="b" t="t" l="l"/>
            <a:pathLst>
              <a:path h="1188885" w="1224507">
                <a:moveTo>
                  <a:pt x="0" y="0"/>
                </a:moveTo>
                <a:lnTo>
                  <a:pt x="1224507" y="0"/>
                </a:lnTo>
                <a:lnTo>
                  <a:pt x="1224507" y="1188884"/>
                </a:lnTo>
                <a:lnTo>
                  <a:pt x="0" y="1188884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3887963" y="6286375"/>
            <a:ext cx="10512074" cy="1551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61"/>
              </a:lnSpc>
            </a:pPr>
            <a:r>
              <a:rPr lang="en-US" sz="244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Lorem ipsum dolor sit amet, consectetur a</a:t>
            </a:r>
            <a:r>
              <a:rPr lang="en-US" sz="244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dipiscing elit. Phasellus efficitur finibus fermentum. Quisque luctus elit nulla, at auctor risus sodales ultrices. Ut imperdiet, magna eget eleifend eleifend, est.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84087" y="644177"/>
            <a:ext cx="5115100" cy="547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2"/>
              </a:lnSpc>
            </a:pPr>
            <a:r>
              <a:rPr lang="en-US" sz="3187" b="true">
                <a:solidFill>
                  <a:srgbClr val="CACACA"/>
                </a:solidFill>
                <a:latin typeface="Cousine Bold"/>
                <a:ea typeface="Cousine Bold"/>
                <a:cs typeface="Cousine Bold"/>
                <a:sym typeface="Cousine Bold"/>
              </a:rPr>
              <a:t>Timmerman Industries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584087" y="1585058"/>
            <a:ext cx="1217202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Home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544931" y="1585058"/>
            <a:ext cx="19608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55"/>
              </a:lnSpc>
              <a:spcBef>
                <a:spcPct val="0"/>
              </a:spcBef>
            </a:pPr>
            <a:r>
              <a:rPr lang="en-US" b="true" sz="2968" spc="222" strike="noStrike" u="non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Content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5155770" y="1585058"/>
            <a:ext cx="19608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Contact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8934" y="440465"/>
            <a:ext cx="17470132" cy="957120"/>
            <a:chOff x="0" y="0"/>
            <a:chExt cx="4601187" cy="2520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187" cy="252081"/>
            </a:xfrm>
            <a:custGeom>
              <a:avLst/>
              <a:gdLst/>
              <a:ahLst/>
              <a:cxnLst/>
              <a:rect r="r" b="b" t="t" l="l"/>
              <a:pathLst>
                <a:path h="252081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0057CC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01187" cy="299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08934" y="2301613"/>
            <a:ext cx="17470132" cy="7544923"/>
            <a:chOff x="0" y="0"/>
            <a:chExt cx="4601187" cy="1987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01187" cy="1987140"/>
            </a:xfrm>
            <a:custGeom>
              <a:avLst/>
              <a:gdLst/>
              <a:ahLst/>
              <a:cxnLst/>
              <a:rect r="r" b="b" t="t" l="l"/>
              <a:pathLst>
                <a:path h="1987140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987140"/>
                  </a:lnTo>
                  <a:lnTo>
                    <a:pt x="0" y="198714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601187" cy="2034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12909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467139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80721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08934" y="9193555"/>
            <a:ext cx="17470132" cy="652980"/>
            <a:chOff x="0" y="0"/>
            <a:chExt cx="4601187" cy="1719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01187" cy="171978"/>
            </a:xfrm>
            <a:custGeom>
              <a:avLst/>
              <a:gdLst/>
              <a:ahLst/>
              <a:cxnLst/>
              <a:rect r="r" b="b" t="t" l="l"/>
              <a:pathLst>
                <a:path h="171978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6011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08934" y="9193555"/>
            <a:ext cx="755149" cy="652980"/>
            <a:chOff x="0" y="0"/>
            <a:chExt cx="198887" cy="1719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123917" y="9193555"/>
            <a:ext cx="755149" cy="652980"/>
            <a:chOff x="0" y="0"/>
            <a:chExt cx="198887" cy="17197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7382855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true" flipV="false" rot="0">
            <a:off x="584087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14657192" y="9193555"/>
            <a:ext cx="1271608" cy="652980"/>
            <a:chOff x="0" y="0"/>
            <a:chExt cx="334909" cy="17197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34909" cy="171978"/>
            </a:xfrm>
            <a:custGeom>
              <a:avLst/>
              <a:gdLst/>
              <a:ahLst/>
              <a:cxnLst/>
              <a:rect r="r" b="b" t="t" l="l"/>
              <a:pathLst>
                <a:path h="171978" w="334909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334909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3899559" y="6069587"/>
            <a:ext cx="6752249" cy="1866076"/>
          </a:xfrm>
          <a:custGeom>
            <a:avLst/>
            <a:gdLst/>
            <a:ahLst/>
            <a:cxnLst/>
            <a:rect r="r" b="b" t="t" l="l"/>
            <a:pathLst>
              <a:path h="1866076" w="6752249">
                <a:moveTo>
                  <a:pt x="0" y="0"/>
                </a:moveTo>
                <a:lnTo>
                  <a:pt x="6752249" y="0"/>
                </a:lnTo>
                <a:lnTo>
                  <a:pt x="6752249" y="1866076"/>
                </a:lnTo>
                <a:lnTo>
                  <a:pt x="0" y="186607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26" id="26"/>
          <p:cNvSpPr txBox="true"/>
          <p:nvPr/>
        </p:nvSpPr>
        <p:spPr>
          <a:xfrm rot="0">
            <a:off x="3878458" y="6526451"/>
            <a:ext cx="6773350" cy="1104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58"/>
              </a:lnSpc>
            </a:pPr>
            <a:r>
              <a:rPr lang="en-US" b="true" sz="4892" spc="-166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IMP</a:t>
            </a:r>
            <a:r>
              <a:rPr lang="en-US" b="true" sz="4892" spc="-166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ACT OF COMPUTERS ON SOCIETY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9736693" y="7122408"/>
            <a:ext cx="1224507" cy="1188885"/>
          </a:xfrm>
          <a:custGeom>
            <a:avLst/>
            <a:gdLst/>
            <a:ahLst/>
            <a:cxnLst/>
            <a:rect r="r" b="b" t="t" l="l"/>
            <a:pathLst>
              <a:path h="1188885" w="1224507">
                <a:moveTo>
                  <a:pt x="0" y="0"/>
                </a:moveTo>
                <a:lnTo>
                  <a:pt x="1224507" y="0"/>
                </a:lnTo>
                <a:lnTo>
                  <a:pt x="1224507" y="1188885"/>
                </a:lnTo>
                <a:lnTo>
                  <a:pt x="0" y="118888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1204801" y="3933157"/>
            <a:ext cx="3452391" cy="3452391"/>
          </a:xfrm>
          <a:custGeom>
            <a:avLst/>
            <a:gdLst/>
            <a:ahLst/>
            <a:cxnLst/>
            <a:rect r="r" b="b" t="t" l="l"/>
            <a:pathLst>
              <a:path h="3452391" w="3452391">
                <a:moveTo>
                  <a:pt x="0" y="0"/>
                </a:moveTo>
                <a:lnTo>
                  <a:pt x="3452391" y="0"/>
                </a:lnTo>
                <a:lnTo>
                  <a:pt x="3452391" y="3452391"/>
                </a:lnTo>
                <a:lnTo>
                  <a:pt x="0" y="345239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3899559" y="3779705"/>
            <a:ext cx="6773350" cy="2005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86"/>
              </a:lnSpc>
            </a:pPr>
            <a:r>
              <a:rPr lang="en-US" sz="214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Lorem ipsum dolor sit amet, consectetur a</a:t>
            </a:r>
            <a:r>
              <a:rPr lang="en-US" sz="214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dipiscing elit. Phasellus efficitur finibus fermentum. Quisque luctus elit nulla, at auctor risus sodales ultrices. Ut imperdiet, magna eget eleifend eleifend, est.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84087" y="644177"/>
            <a:ext cx="5115100" cy="547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2"/>
              </a:lnSpc>
            </a:pPr>
            <a:r>
              <a:rPr lang="en-US" sz="3187" b="true">
                <a:solidFill>
                  <a:srgbClr val="CACACA"/>
                </a:solidFill>
                <a:latin typeface="Cousine Bold"/>
                <a:ea typeface="Cousine Bold"/>
                <a:cs typeface="Cousine Bold"/>
                <a:sym typeface="Cousine Bold"/>
              </a:rPr>
              <a:t>Timmerman Industries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84087" y="1585058"/>
            <a:ext cx="1217202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Home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544931" y="1585058"/>
            <a:ext cx="19608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55"/>
              </a:lnSpc>
              <a:spcBef>
                <a:spcPct val="0"/>
              </a:spcBef>
            </a:pPr>
            <a:r>
              <a:rPr lang="en-US" b="true" sz="2968" spc="222" strike="noStrike" u="non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Content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5155770" y="1585058"/>
            <a:ext cx="19608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Contact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8934" y="440465"/>
            <a:ext cx="17470132" cy="957120"/>
            <a:chOff x="0" y="0"/>
            <a:chExt cx="4601187" cy="2520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187" cy="252081"/>
            </a:xfrm>
            <a:custGeom>
              <a:avLst/>
              <a:gdLst/>
              <a:ahLst/>
              <a:cxnLst/>
              <a:rect r="r" b="b" t="t" l="l"/>
              <a:pathLst>
                <a:path h="252081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0057CC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01187" cy="299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08934" y="2301613"/>
            <a:ext cx="17470132" cy="7544923"/>
            <a:chOff x="0" y="0"/>
            <a:chExt cx="4601187" cy="1987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01187" cy="1987140"/>
            </a:xfrm>
            <a:custGeom>
              <a:avLst/>
              <a:gdLst/>
              <a:ahLst/>
              <a:cxnLst/>
              <a:rect r="r" b="b" t="t" l="l"/>
              <a:pathLst>
                <a:path h="1987140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987140"/>
                  </a:lnTo>
                  <a:lnTo>
                    <a:pt x="0" y="198714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601187" cy="2034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12909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467139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80721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08934" y="9193555"/>
            <a:ext cx="17470132" cy="652980"/>
            <a:chOff x="0" y="0"/>
            <a:chExt cx="4601187" cy="1719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01187" cy="171978"/>
            </a:xfrm>
            <a:custGeom>
              <a:avLst/>
              <a:gdLst/>
              <a:ahLst/>
              <a:cxnLst/>
              <a:rect r="r" b="b" t="t" l="l"/>
              <a:pathLst>
                <a:path h="171978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6011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5886058" y="9193555"/>
            <a:ext cx="1271608" cy="652980"/>
            <a:chOff x="0" y="0"/>
            <a:chExt cx="334909" cy="1719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34909" cy="171978"/>
            </a:xfrm>
            <a:custGeom>
              <a:avLst/>
              <a:gdLst/>
              <a:ahLst/>
              <a:cxnLst/>
              <a:rect r="r" b="b" t="t" l="l"/>
              <a:pathLst>
                <a:path h="171978" w="334909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334909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08934" y="9193555"/>
            <a:ext cx="755149" cy="652980"/>
            <a:chOff x="0" y="0"/>
            <a:chExt cx="198887" cy="17197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7123917" y="9193555"/>
            <a:ext cx="755149" cy="652980"/>
            <a:chOff x="0" y="0"/>
            <a:chExt cx="198887" cy="17197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17382855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true" flipV="false" rot="0">
            <a:off x="584087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3884679" y="3627641"/>
            <a:ext cx="10211437" cy="1792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499"/>
              </a:lnSpc>
            </a:pPr>
            <a:r>
              <a:rPr lang="en-US" b="true" sz="13499" spc="-458">
                <a:solidFill>
                  <a:srgbClr val="0057CC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CONCLUSION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84087" y="644177"/>
            <a:ext cx="5115100" cy="547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2"/>
              </a:lnSpc>
            </a:pPr>
            <a:r>
              <a:rPr lang="en-US" sz="3187" b="true">
                <a:solidFill>
                  <a:srgbClr val="CACACA"/>
                </a:solidFill>
                <a:latin typeface="Cousine Bold"/>
                <a:ea typeface="Cousine Bold"/>
                <a:cs typeface="Cousine Bold"/>
                <a:sym typeface="Cousine Bold"/>
              </a:rPr>
              <a:t>Timmerman Industries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84087" y="1585058"/>
            <a:ext cx="1217202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Home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544931" y="1585058"/>
            <a:ext cx="19608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5"/>
              </a:lnSpc>
            </a:pPr>
            <a:r>
              <a:rPr lang="en-US" sz="2968" spc="222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Content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155770" y="1585058"/>
            <a:ext cx="1960844" cy="5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55"/>
              </a:lnSpc>
              <a:spcBef>
                <a:spcPct val="0"/>
              </a:spcBef>
            </a:pPr>
            <a:r>
              <a:rPr lang="en-US" b="true" sz="2968" spc="222" strike="noStrike" u="non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Contact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155693" y="5462876"/>
            <a:ext cx="9669410" cy="1338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86"/>
              </a:lnSpc>
            </a:pPr>
            <a:r>
              <a:rPr lang="en-US" sz="214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Lorem ipsum dolor sit amet, consectetur a</a:t>
            </a:r>
            <a:r>
              <a:rPr lang="en-US" sz="214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dipiscing elit. Phasellus efficitur finibus fermentum. Quisque luctus elit nulla, at auctor risus sodales ultrices. Ut imperdiet, magna eget eleifend eleifend, est.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4738042" y="7374219"/>
            <a:ext cx="2751025" cy="553628"/>
            <a:chOff x="0" y="0"/>
            <a:chExt cx="3668033" cy="73817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128161" y="0"/>
              <a:ext cx="3411711" cy="738170"/>
            </a:xfrm>
            <a:custGeom>
              <a:avLst/>
              <a:gdLst/>
              <a:ahLst/>
              <a:cxnLst/>
              <a:rect r="r" b="b" t="t" l="l"/>
              <a:pathLst>
                <a:path h="738170" w="3411711">
                  <a:moveTo>
                    <a:pt x="0" y="0"/>
                  </a:moveTo>
                  <a:lnTo>
                    <a:pt x="3411711" y="0"/>
                  </a:lnTo>
                  <a:lnTo>
                    <a:pt x="3411711" y="738170"/>
                  </a:lnTo>
                  <a:lnTo>
                    <a:pt x="0" y="7381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 rot="0">
              <a:off x="0" y="210064"/>
              <a:ext cx="3668033" cy="2989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785"/>
                </a:lnSpc>
              </a:pPr>
              <a:r>
                <a:rPr lang="en-US" sz="1428" b="true">
                  <a:solidFill>
                    <a:srgbClr val="000000"/>
                  </a:solidFill>
                  <a:latin typeface="Cousine Bold"/>
                  <a:ea typeface="Cousine Bold"/>
                  <a:cs typeface="Cousine Bold"/>
                  <a:sym typeface="Cousine Bold"/>
                </a:rPr>
                <a:t>reallygreatsite.com</a:t>
              </a:r>
            </a:p>
          </p:txBody>
        </p:sp>
      </p:grpSp>
      <p:sp>
        <p:nvSpPr>
          <p:cNvPr name="Freeform 34" id="34"/>
          <p:cNvSpPr/>
          <p:nvPr/>
        </p:nvSpPr>
        <p:spPr>
          <a:xfrm flipH="false" flipV="false" rot="0">
            <a:off x="7713000" y="7374219"/>
            <a:ext cx="2558783" cy="553628"/>
          </a:xfrm>
          <a:custGeom>
            <a:avLst/>
            <a:gdLst/>
            <a:ahLst/>
            <a:cxnLst/>
            <a:rect r="r" b="b" t="t" l="l"/>
            <a:pathLst>
              <a:path h="553628" w="2558783">
                <a:moveTo>
                  <a:pt x="0" y="0"/>
                </a:moveTo>
                <a:lnTo>
                  <a:pt x="2558783" y="0"/>
                </a:lnTo>
                <a:lnTo>
                  <a:pt x="2558783" y="553628"/>
                </a:lnTo>
                <a:lnTo>
                  <a:pt x="0" y="55362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5" id="35"/>
          <p:cNvSpPr txBox="true"/>
          <p:nvPr/>
        </p:nvSpPr>
        <p:spPr>
          <a:xfrm rot="0">
            <a:off x="7616879" y="7527005"/>
            <a:ext cx="2751025" cy="229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85"/>
              </a:lnSpc>
            </a:pPr>
            <a:r>
              <a:rPr lang="en-US" sz="1428" b="tru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@reallygreatsite</a:t>
            </a:r>
          </a:p>
        </p:txBody>
      </p:sp>
      <p:sp>
        <p:nvSpPr>
          <p:cNvPr name="Freeform 36" id="36"/>
          <p:cNvSpPr/>
          <p:nvPr/>
        </p:nvSpPr>
        <p:spPr>
          <a:xfrm flipH="false" flipV="false" rot="0">
            <a:off x="10587850" y="7374219"/>
            <a:ext cx="2558783" cy="553628"/>
          </a:xfrm>
          <a:custGeom>
            <a:avLst/>
            <a:gdLst/>
            <a:ahLst/>
            <a:cxnLst/>
            <a:rect r="r" b="b" t="t" l="l"/>
            <a:pathLst>
              <a:path h="553628" w="2558783">
                <a:moveTo>
                  <a:pt x="0" y="0"/>
                </a:moveTo>
                <a:lnTo>
                  <a:pt x="2558783" y="0"/>
                </a:lnTo>
                <a:lnTo>
                  <a:pt x="2558783" y="553628"/>
                </a:lnTo>
                <a:lnTo>
                  <a:pt x="0" y="55362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7" id="37"/>
          <p:cNvSpPr txBox="true"/>
          <p:nvPr/>
        </p:nvSpPr>
        <p:spPr>
          <a:xfrm rot="0">
            <a:off x="10491729" y="7527005"/>
            <a:ext cx="2751025" cy="229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85"/>
              </a:lnSpc>
            </a:pPr>
            <a:r>
              <a:rPr lang="en-US" sz="1428" b="tru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123-456-7890</a:t>
            </a:r>
          </a:p>
        </p:txBody>
      </p:sp>
      <p:sp>
        <p:nvSpPr>
          <p:cNvPr name="Freeform 38" id="38"/>
          <p:cNvSpPr/>
          <p:nvPr/>
        </p:nvSpPr>
        <p:spPr>
          <a:xfrm flipH="false" flipV="false" rot="0">
            <a:off x="12917337" y="7546055"/>
            <a:ext cx="523211" cy="890917"/>
          </a:xfrm>
          <a:custGeom>
            <a:avLst/>
            <a:gdLst/>
            <a:ahLst/>
            <a:cxnLst/>
            <a:rect r="r" b="b" t="t" l="l"/>
            <a:pathLst>
              <a:path h="890917" w="523211">
                <a:moveTo>
                  <a:pt x="0" y="0"/>
                </a:moveTo>
                <a:lnTo>
                  <a:pt x="523211" y="0"/>
                </a:lnTo>
                <a:lnTo>
                  <a:pt x="523211" y="890917"/>
                </a:lnTo>
                <a:lnTo>
                  <a:pt x="0" y="89091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DAHSE1qvwMI</dc:identifier>
  <dcterms:modified xsi:type="dcterms:W3CDTF">2011-08-01T06:04:30Z</dcterms:modified>
  <cp:revision>1</cp:revision>
  <dc:title>Análise de dados de</dc:title>
</cp:coreProperties>
</file>